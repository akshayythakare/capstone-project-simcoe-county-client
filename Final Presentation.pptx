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311" r:id="rId3"/>
    <p:sldId id="322" r:id="rId4"/>
    <p:sldId id="320" r:id="rId5"/>
    <p:sldId id="312" r:id="rId6"/>
    <p:sldId id="313" r:id="rId7"/>
    <p:sldId id="314" r:id="rId8"/>
    <p:sldId id="323" r:id="rId9"/>
    <p:sldId id="326" r:id="rId10"/>
    <p:sldId id="328" r:id="rId11"/>
    <p:sldId id="329" r:id="rId12"/>
    <p:sldId id="330" r:id="rId13"/>
    <p:sldId id="331" r:id="rId14"/>
    <p:sldId id="332" r:id="rId15"/>
    <p:sldId id="333" r:id="rId16"/>
    <p:sldId id="334" r:id="rId17"/>
    <p:sldId id="335" r:id="rId18"/>
    <p:sldId id="336" r:id="rId19"/>
    <p:sldId id="338" r:id="rId20"/>
    <p:sldId id="339" r:id="rId21"/>
    <p:sldId id="340" r:id="rId22"/>
    <p:sldId id="341" r:id="rId23"/>
    <p:sldId id="342" r:id="rId24"/>
    <p:sldId id="344" r:id="rId25"/>
    <p:sldId id="346" r:id="rId26"/>
    <p:sldId id="347" r:id="rId27"/>
    <p:sldId id="348" r:id="rId28"/>
    <p:sldId id="350" r:id="rId29"/>
    <p:sldId id="349" r:id="rId30"/>
    <p:sldId id="345" r:id="rId31"/>
    <p:sldId id="351" r:id="rId32"/>
    <p:sldId id="327" r:id="rId33"/>
    <p:sldId id="31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74BDE0"/>
    <a:srgbClr val="F2F2F2"/>
    <a:srgbClr val="98DBAF"/>
    <a:srgbClr val="CDE4AC"/>
    <a:srgbClr val="78D2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93" autoAdjust="0"/>
    <p:restoredTop sz="94845" autoAdjust="0"/>
  </p:normalViewPr>
  <p:slideViewPr>
    <p:cSldViewPr snapToGrid="0" showGuides="1">
      <p:cViewPr>
        <p:scale>
          <a:sx n="100" d="100"/>
          <a:sy n="100" d="100"/>
        </p:scale>
        <p:origin x="612" y="88"/>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7528D8-0593-42A1-930D-D826E36F9562}" type="datetimeFigureOut">
              <a:rPr lang="en-ID" smtClean="0"/>
              <a:t>11/04/2023</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B8461E-7639-4E3F-A174-73C639948066}" type="slidenum">
              <a:rPr lang="en-ID" smtClean="0"/>
              <a:t>‹#›</a:t>
            </a:fld>
            <a:endParaRPr lang="en-ID"/>
          </a:p>
        </p:txBody>
      </p:sp>
    </p:spTree>
    <p:extLst>
      <p:ext uri="{BB962C8B-B14F-4D97-AF65-F5344CB8AC3E}">
        <p14:creationId xmlns:p14="http://schemas.microsoft.com/office/powerpoint/2010/main" val="1503678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DBB8461E-7639-4E3F-A174-73C639948066}" type="slidenum">
              <a:rPr lang="en-ID" smtClean="0"/>
              <a:t>1</a:t>
            </a:fld>
            <a:endParaRPr lang="en-ID"/>
          </a:p>
        </p:txBody>
      </p:sp>
    </p:spTree>
    <p:extLst>
      <p:ext uri="{BB962C8B-B14F-4D97-AF65-F5344CB8AC3E}">
        <p14:creationId xmlns:p14="http://schemas.microsoft.com/office/powerpoint/2010/main" val="321370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2</a:t>
            </a:fld>
            <a:endParaRPr lang="en-ID"/>
          </a:p>
        </p:txBody>
      </p:sp>
    </p:spTree>
    <p:extLst>
      <p:ext uri="{BB962C8B-B14F-4D97-AF65-F5344CB8AC3E}">
        <p14:creationId xmlns:p14="http://schemas.microsoft.com/office/powerpoint/2010/main" val="2265631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3</a:t>
            </a:fld>
            <a:endParaRPr lang="en-ID"/>
          </a:p>
        </p:txBody>
      </p:sp>
    </p:spTree>
    <p:extLst>
      <p:ext uri="{BB962C8B-B14F-4D97-AF65-F5344CB8AC3E}">
        <p14:creationId xmlns:p14="http://schemas.microsoft.com/office/powerpoint/2010/main" val="3073933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4</a:t>
            </a:fld>
            <a:endParaRPr lang="en-ID"/>
          </a:p>
        </p:txBody>
      </p:sp>
    </p:spTree>
    <p:extLst>
      <p:ext uri="{BB962C8B-B14F-4D97-AF65-F5344CB8AC3E}">
        <p14:creationId xmlns:p14="http://schemas.microsoft.com/office/powerpoint/2010/main" val="281630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5</a:t>
            </a:fld>
            <a:endParaRPr lang="en-ID"/>
          </a:p>
        </p:txBody>
      </p:sp>
    </p:spTree>
    <p:extLst>
      <p:ext uri="{BB962C8B-B14F-4D97-AF65-F5344CB8AC3E}">
        <p14:creationId xmlns:p14="http://schemas.microsoft.com/office/powerpoint/2010/main" val="3153532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6</a:t>
            </a:fld>
            <a:endParaRPr lang="en-ID"/>
          </a:p>
        </p:txBody>
      </p:sp>
    </p:spTree>
    <p:extLst>
      <p:ext uri="{BB962C8B-B14F-4D97-AF65-F5344CB8AC3E}">
        <p14:creationId xmlns:p14="http://schemas.microsoft.com/office/powerpoint/2010/main" val="3790071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7</a:t>
            </a:fld>
            <a:endParaRPr lang="en-ID"/>
          </a:p>
        </p:txBody>
      </p:sp>
    </p:spTree>
    <p:extLst>
      <p:ext uri="{BB962C8B-B14F-4D97-AF65-F5344CB8AC3E}">
        <p14:creationId xmlns:p14="http://schemas.microsoft.com/office/powerpoint/2010/main" val="25228187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8</a:t>
            </a:fld>
            <a:endParaRPr lang="en-ID"/>
          </a:p>
        </p:txBody>
      </p:sp>
    </p:spTree>
    <p:extLst>
      <p:ext uri="{BB962C8B-B14F-4D97-AF65-F5344CB8AC3E}">
        <p14:creationId xmlns:p14="http://schemas.microsoft.com/office/powerpoint/2010/main" val="1828604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9</a:t>
            </a:fld>
            <a:endParaRPr lang="en-ID"/>
          </a:p>
        </p:txBody>
      </p:sp>
    </p:spTree>
    <p:extLst>
      <p:ext uri="{BB962C8B-B14F-4D97-AF65-F5344CB8AC3E}">
        <p14:creationId xmlns:p14="http://schemas.microsoft.com/office/powerpoint/2010/main" val="1281703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10</a:t>
            </a:fld>
            <a:endParaRPr lang="en-ID"/>
          </a:p>
        </p:txBody>
      </p:sp>
    </p:spTree>
    <p:extLst>
      <p:ext uri="{BB962C8B-B14F-4D97-AF65-F5344CB8AC3E}">
        <p14:creationId xmlns:p14="http://schemas.microsoft.com/office/powerpoint/2010/main" val="2813813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11</a:t>
            </a:fld>
            <a:endParaRPr lang="en-ID"/>
          </a:p>
        </p:txBody>
      </p:sp>
    </p:spTree>
    <p:extLst>
      <p:ext uri="{BB962C8B-B14F-4D97-AF65-F5344CB8AC3E}">
        <p14:creationId xmlns:p14="http://schemas.microsoft.com/office/powerpoint/2010/main" val="4482921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12</a:t>
            </a:fld>
            <a:endParaRPr lang="en-ID"/>
          </a:p>
        </p:txBody>
      </p:sp>
    </p:spTree>
    <p:extLst>
      <p:ext uri="{BB962C8B-B14F-4D97-AF65-F5344CB8AC3E}">
        <p14:creationId xmlns:p14="http://schemas.microsoft.com/office/powerpoint/2010/main" val="32577807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13</a:t>
            </a:fld>
            <a:endParaRPr lang="en-ID"/>
          </a:p>
        </p:txBody>
      </p:sp>
    </p:spTree>
    <p:extLst>
      <p:ext uri="{BB962C8B-B14F-4D97-AF65-F5344CB8AC3E}">
        <p14:creationId xmlns:p14="http://schemas.microsoft.com/office/powerpoint/2010/main" val="3833468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14</a:t>
            </a:fld>
            <a:endParaRPr lang="en-ID"/>
          </a:p>
        </p:txBody>
      </p:sp>
    </p:spTree>
    <p:extLst>
      <p:ext uri="{BB962C8B-B14F-4D97-AF65-F5344CB8AC3E}">
        <p14:creationId xmlns:p14="http://schemas.microsoft.com/office/powerpoint/2010/main" val="1239101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15</a:t>
            </a:fld>
            <a:endParaRPr lang="en-ID"/>
          </a:p>
        </p:txBody>
      </p:sp>
    </p:spTree>
    <p:extLst>
      <p:ext uri="{BB962C8B-B14F-4D97-AF65-F5344CB8AC3E}">
        <p14:creationId xmlns:p14="http://schemas.microsoft.com/office/powerpoint/2010/main" val="14083241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16</a:t>
            </a:fld>
            <a:endParaRPr lang="en-ID"/>
          </a:p>
        </p:txBody>
      </p:sp>
    </p:spTree>
    <p:extLst>
      <p:ext uri="{BB962C8B-B14F-4D97-AF65-F5344CB8AC3E}">
        <p14:creationId xmlns:p14="http://schemas.microsoft.com/office/powerpoint/2010/main" val="10786645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17</a:t>
            </a:fld>
            <a:endParaRPr lang="en-ID"/>
          </a:p>
        </p:txBody>
      </p:sp>
    </p:spTree>
    <p:extLst>
      <p:ext uri="{BB962C8B-B14F-4D97-AF65-F5344CB8AC3E}">
        <p14:creationId xmlns:p14="http://schemas.microsoft.com/office/powerpoint/2010/main" val="1685224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18</a:t>
            </a:fld>
            <a:endParaRPr lang="en-ID"/>
          </a:p>
        </p:txBody>
      </p:sp>
    </p:spTree>
    <p:extLst>
      <p:ext uri="{BB962C8B-B14F-4D97-AF65-F5344CB8AC3E}">
        <p14:creationId xmlns:p14="http://schemas.microsoft.com/office/powerpoint/2010/main" val="2070762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19</a:t>
            </a:fld>
            <a:endParaRPr lang="en-ID"/>
          </a:p>
        </p:txBody>
      </p:sp>
    </p:spTree>
    <p:extLst>
      <p:ext uri="{BB962C8B-B14F-4D97-AF65-F5344CB8AC3E}">
        <p14:creationId xmlns:p14="http://schemas.microsoft.com/office/powerpoint/2010/main" val="2764920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20</a:t>
            </a:fld>
            <a:endParaRPr lang="en-ID"/>
          </a:p>
        </p:txBody>
      </p:sp>
    </p:spTree>
    <p:extLst>
      <p:ext uri="{BB962C8B-B14F-4D97-AF65-F5344CB8AC3E}">
        <p14:creationId xmlns:p14="http://schemas.microsoft.com/office/powerpoint/2010/main" val="3840706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21</a:t>
            </a:fld>
            <a:endParaRPr lang="en-ID"/>
          </a:p>
        </p:txBody>
      </p:sp>
    </p:spTree>
    <p:extLst>
      <p:ext uri="{BB962C8B-B14F-4D97-AF65-F5344CB8AC3E}">
        <p14:creationId xmlns:p14="http://schemas.microsoft.com/office/powerpoint/2010/main" val="27981505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22</a:t>
            </a:fld>
            <a:endParaRPr lang="en-ID"/>
          </a:p>
        </p:txBody>
      </p:sp>
    </p:spTree>
    <p:extLst>
      <p:ext uri="{BB962C8B-B14F-4D97-AF65-F5344CB8AC3E}">
        <p14:creationId xmlns:p14="http://schemas.microsoft.com/office/powerpoint/2010/main" val="26621379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23</a:t>
            </a:fld>
            <a:endParaRPr lang="en-ID"/>
          </a:p>
        </p:txBody>
      </p:sp>
    </p:spTree>
    <p:extLst>
      <p:ext uri="{BB962C8B-B14F-4D97-AF65-F5344CB8AC3E}">
        <p14:creationId xmlns:p14="http://schemas.microsoft.com/office/powerpoint/2010/main" val="22419927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24</a:t>
            </a:fld>
            <a:endParaRPr lang="en-ID"/>
          </a:p>
        </p:txBody>
      </p:sp>
    </p:spTree>
    <p:extLst>
      <p:ext uri="{BB962C8B-B14F-4D97-AF65-F5344CB8AC3E}">
        <p14:creationId xmlns:p14="http://schemas.microsoft.com/office/powerpoint/2010/main" val="29148989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25</a:t>
            </a:fld>
            <a:endParaRPr lang="en-ID"/>
          </a:p>
        </p:txBody>
      </p:sp>
    </p:spTree>
    <p:extLst>
      <p:ext uri="{BB962C8B-B14F-4D97-AF65-F5344CB8AC3E}">
        <p14:creationId xmlns:p14="http://schemas.microsoft.com/office/powerpoint/2010/main" val="20620140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26</a:t>
            </a:fld>
            <a:endParaRPr lang="en-ID"/>
          </a:p>
        </p:txBody>
      </p:sp>
    </p:spTree>
    <p:extLst>
      <p:ext uri="{BB962C8B-B14F-4D97-AF65-F5344CB8AC3E}">
        <p14:creationId xmlns:p14="http://schemas.microsoft.com/office/powerpoint/2010/main" val="20417664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27</a:t>
            </a:fld>
            <a:endParaRPr lang="en-ID"/>
          </a:p>
        </p:txBody>
      </p:sp>
    </p:spTree>
    <p:extLst>
      <p:ext uri="{BB962C8B-B14F-4D97-AF65-F5344CB8AC3E}">
        <p14:creationId xmlns:p14="http://schemas.microsoft.com/office/powerpoint/2010/main" val="31378373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28</a:t>
            </a:fld>
            <a:endParaRPr lang="en-ID"/>
          </a:p>
        </p:txBody>
      </p:sp>
    </p:spTree>
    <p:extLst>
      <p:ext uri="{BB962C8B-B14F-4D97-AF65-F5344CB8AC3E}">
        <p14:creationId xmlns:p14="http://schemas.microsoft.com/office/powerpoint/2010/main" val="33315968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29</a:t>
            </a:fld>
            <a:endParaRPr lang="en-ID"/>
          </a:p>
        </p:txBody>
      </p:sp>
    </p:spTree>
    <p:extLst>
      <p:ext uri="{BB962C8B-B14F-4D97-AF65-F5344CB8AC3E}">
        <p14:creationId xmlns:p14="http://schemas.microsoft.com/office/powerpoint/2010/main" val="27661988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30</a:t>
            </a:fld>
            <a:endParaRPr lang="en-ID"/>
          </a:p>
        </p:txBody>
      </p:sp>
    </p:spTree>
    <p:extLst>
      <p:ext uri="{BB962C8B-B14F-4D97-AF65-F5344CB8AC3E}">
        <p14:creationId xmlns:p14="http://schemas.microsoft.com/office/powerpoint/2010/main" val="21423485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31</a:t>
            </a:fld>
            <a:endParaRPr lang="en-ID"/>
          </a:p>
        </p:txBody>
      </p:sp>
    </p:spTree>
    <p:extLst>
      <p:ext uri="{BB962C8B-B14F-4D97-AF65-F5344CB8AC3E}">
        <p14:creationId xmlns:p14="http://schemas.microsoft.com/office/powerpoint/2010/main" val="7944334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32</a:t>
            </a:fld>
            <a:endParaRPr lang="en-ID"/>
          </a:p>
        </p:txBody>
      </p:sp>
    </p:spTree>
    <p:extLst>
      <p:ext uri="{BB962C8B-B14F-4D97-AF65-F5344CB8AC3E}">
        <p14:creationId xmlns:p14="http://schemas.microsoft.com/office/powerpoint/2010/main" val="42013768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B8461E-7639-4E3F-A174-73C639948066}" type="slidenum">
              <a:rPr lang="en-ID" smtClean="0"/>
              <a:t>33</a:t>
            </a:fld>
            <a:endParaRPr lang="en-ID"/>
          </a:p>
        </p:txBody>
      </p:sp>
    </p:spTree>
    <p:extLst>
      <p:ext uri="{BB962C8B-B14F-4D97-AF65-F5344CB8AC3E}">
        <p14:creationId xmlns:p14="http://schemas.microsoft.com/office/powerpoint/2010/main" val="612052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E7C38-3467-E1EC-0046-F87EF15604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3687D5C3-CB46-A9DC-6AF7-706D5F5F31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0685ED17-60E3-0C31-13FC-6F7E869DFBEA}"/>
              </a:ext>
            </a:extLst>
          </p:cNvPr>
          <p:cNvSpPr>
            <a:spLocks noGrp="1"/>
          </p:cNvSpPr>
          <p:nvPr>
            <p:ph type="dt" sz="half" idx="10"/>
          </p:nvPr>
        </p:nvSpPr>
        <p:spPr>
          <a:xfrm>
            <a:off x="838200" y="6356350"/>
            <a:ext cx="2743200" cy="365125"/>
          </a:xfrm>
          <a:prstGeom prst="rect">
            <a:avLst/>
          </a:prstGeom>
        </p:spPr>
        <p:txBody>
          <a:bodyPr/>
          <a:lstStyle/>
          <a:p>
            <a:fld id="{989066BF-ED9F-45ED-9521-7100EA1C6EE7}" type="datetimeFigureOut">
              <a:rPr lang="en-ID" smtClean="0"/>
              <a:t>11/04/2023</a:t>
            </a:fld>
            <a:endParaRPr lang="en-ID"/>
          </a:p>
        </p:txBody>
      </p:sp>
      <p:sp>
        <p:nvSpPr>
          <p:cNvPr id="5" name="Footer Placeholder 4">
            <a:extLst>
              <a:ext uri="{FF2B5EF4-FFF2-40B4-BE49-F238E27FC236}">
                <a16:creationId xmlns:a16="http://schemas.microsoft.com/office/drawing/2014/main" id="{4745E1E0-7935-8D1A-B366-0F73A468D53D}"/>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6" name="Slide Number Placeholder 5">
            <a:extLst>
              <a:ext uri="{FF2B5EF4-FFF2-40B4-BE49-F238E27FC236}">
                <a16:creationId xmlns:a16="http://schemas.microsoft.com/office/drawing/2014/main" id="{304E77FE-ABA4-E067-F997-144CE8EF027E}"/>
              </a:ext>
            </a:extLst>
          </p:cNvPr>
          <p:cNvSpPr>
            <a:spLocks noGrp="1"/>
          </p:cNvSpPr>
          <p:nvPr>
            <p:ph type="sldNum" sz="quarter" idx="12"/>
          </p:nvPr>
        </p:nvSpPr>
        <p:spPr/>
        <p:txBody>
          <a:bodyPr/>
          <a:lstStyle/>
          <a:p>
            <a:fld id="{9AE46DCC-51DB-417A-A22D-8B99855500CB}" type="slidenum">
              <a:rPr lang="en-ID" smtClean="0"/>
              <a:t>‹#›</a:t>
            </a:fld>
            <a:endParaRPr lang="en-ID"/>
          </a:p>
        </p:txBody>
      </p:sp>
    </p:spTree>
    <p:extLst>
      <p:ext uri="{BB962C8B-B14F-4D97-AF65-F5344CB8AC3E}">
        <p14:creationId xmlns:p14="http://schemas.microsoft.com/office/powerpoint/2010/main" val="2465790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DE089-C9C1-1272-709A-CB831C9C974D}"/>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EB371D50-67F1-E9D4-F468-9E7F7C5093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BF577538-4CCF-BC6C-038D-F83D8A11B814}"/>
              </a:ext>
            </a:extLst>
          </p:cNvPr>
          <p:cNvSpPr>
            <a:spLocks noGrp="1"/>
          </p:cNvSpPr>
          <p:nvPr>
            <p:ph type="dt" sz="half" idx="10"/>
          </p:nvPr>
        </p:nvSpPr>
        <p:spPr>
          <a:xfrm>
            <a:off x="838200" y="6356350"/>
            <a:ext cx="2743200" cy="365125"/>
          </a:xfrm>
          <a:prstGeom prst="rect">
            <a:avLst/>
          </a:prstGeom>
        </p:spPr>
        <p:txBody>
          <a:bodyPr/>
          <a:lstStyle/>
          <a:p>
            <a:fld id="{989066BF-ED9F-45ED-9521-7100EA1C6EE7}" type="datetimeFigureOut">
              <a:rPr lang="en-ID" smtClean="0"/>
              <a:t>11/04/2023</a:t>
            </a:fld>
            <a:endParaRPr lang="en-ID"/>
          </a:p>
        </p:txBody>
      </p:sp>
      <p:sp>
        <p:nvSpPr>
          <p:cNvPr id="5" name="Footer Placeholder 4">
            <a:extLst>
              <a:ext uri="{FF2B5EF4-FFF2-40B4-BE49-F238E27FC236}">
                <a16:creationId xmlns:a16="http://schemas.microsoft.com/office/drawing/2014/main" id="{C9FB9F89-0AEA-CD9F-2B94-53DFDB1DC2E2}"/>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6" name="Slide Number Placeholder 5">
            <a:extLst>
              <a:ext uri="{FF2B5EF4-FFF2-40B4-BE49-F238E27FC236}">
                <a16:creationId xmlns:a16="http://schemas.microsoft.com/office/drawing/2014/main" id="{1BF9884D-EF33-7A23-0886-21E77909B369}"/>
              </a:ext>
            </a:extLst>
          </p:cNvPr>
          <p:cNvSpPr>
            <a:spLocks noGrp="1"/>
          </p:cNvSpPr>
          <p:nvPr>
            <p:ph type="sldNum" sz="quarter" idx="12"/>
          </p:nvPr>
        </p:nvSpPr>
        <p:spPr/>
        <p:txBody>
          <a:bodyPr/>
          <a:lstStyle/>
          <a:p>
            <a:fld id="{9AE46DCC-51DB-417A-A22D-8B99855500CB}" type="slidenum">
              <a:rPr lang="en-ID" smtClean="0"/>
              <a:t>‹#›</a:t>
            </a:fld>
            <a:endParaRPr lang="en-ID"/>
          </a:p>
        </p:txBody>
      </p:sp>
    </p:spTree>
    <p:extLst>
      <p:ext uri="{BB962C8B-B14F-4D97-AF65-F5344CB8AC3E}">
        <p14:creationId xmlns:p14="http://schemas.microsoft.com/office/powerpoint/2010/main" val="3736881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BF861-A231-8855-245B-F4ADF101CD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127674F4-5C76-8179-6733-A3C459CB34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B0AE13-53BF-8439-DD4D-C56E87BD79AC}"/>
              </a:ext>
            </a:extLst>
          </p:cNvPr>
          <p:cNvSpPr>
            <a:spLocks noGrp="1"/>
          </p:cNvSpPr>
          <p:nvPr>
            <p:ph type="dt" sz="half" idx="10"/>
          </p:nvPr>
        </p:nvSpPr>
        <p:spPr>
          <a:xfrm>
            <a:off x="838200" y="6356350"/>
            <a:ext cx="2743200" cy="365125"/>
          </a:xfrm>
          <a:prstGeom prst="rect">
            <a:avLst/>
          </a:prstGeom>
        </p:spPr>
        <p:txBody>
          <a:bodyPr/>
          <a:lstStyle/>
          <a:p>
            <a:fld id="{989066BF-ED9F-45ED-9521-7100EA1C6EE7}" type="datetimeFigureOut">
              <a:rPr lang="en-ID" smtClean="0"/>
              <a:t>11/04/2023</a:t>
            </a:fld>
            <a:endParaRPr lang="en-ID"/>
          </a:p>
        </p:txBody>
      </p:sp>
      <p:sp>
        <p:nvSpPr>
          <p:cNvPr id="5" name="Footer Placeholder 4">
            <a:extLst>
              <a:ext uri="{FF2B5EF4-FFF2-40B4-BE49-F238E27FC236}">
                <a16:creationId xmlns:a16="http://schemas.microsoft.com/office/drawing/2014/main" id="{75178FBC-629E-6B0C-3255-00DFAA17615B}"/>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6" name="Slide Number Placeholder 5">
            <a:extLst>
              <a:ext uri="{FF2B5EF4-FFF2-40B4-BE49-F238E27FC236}">
                <a16:creationId xmlns:a16="http://schemas.microsoft.com/office/drawing/2014/main" id="{BAC1E4B4-1408-2360-5471-CD07CE1E6B75}"/>
              </a:ext>
            </a:extLst>
          </p:cNvPr>
          <p:cNvSpPr>
            <a:spLocks noGrp="1"/>
          </p:cNvSpPr>
          <p:nvPr>
            <p:ph type="sldNum" sz="quarter" idx="12"/>
          </p:nvPr>
        </p:nvSpPr>
        <p:spPr/>
        <p:txBody>
          <a:bodyPr/>
          <a:lstStyle/>
          <a:p>
            <a:fld id="{9AE46DCC-51DB-417A-A22D-8B99855500CB}" type="slidenum">
              <a:rPr lang="en-ID" smtClean="0"/>
              <a:t>‹#›</a:t>
            </a:fld>
            <a:endParaRPr lang="en-ID"/>
          </a:p>
        </p:txBody>
      </p:sp>
    </p:spTree>
    <p:extLst>
      <p:ext uri="{BB962C8B-B14F-4D97-AF65-F5344CB8AC3E}">
        <p14:creationId xmlns:p14="http://schemas.microsoft.com/office/powerpoint/2010/main" val="3356251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C2FC2-7AED-28DB-E640-42D5C7C2AAF2}"/>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1ACE2BFD-DB12-7A98-E302-A11C355651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8CBF5EDA-541B-58F6-F6BC-2EBCAD6EE9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E8B93A09-759D-9AC8-DB71-F9AFDF4BE363}"/>
              </a:ext>
            </a:extLst>
          </p:cNvPr>
          <p:cNvSpPr>
            <a:spLocks noGrp="1"/>
          </p:cNvSpPr>
          <p:nvPr>
            <p:ph type="dt" sz="half" idx="10"/>
          </p:nvPr>
        </p:nvSpPr>
        <p:spPr>
          <a:xfrm>
            <a:off x="838200" y="6356350"/>
            <a:ext cx="2743200" cy="365125"/>
          </a:xfrm>
          <a:prstGeom prst="rect">
            <a:avLst/>
          </a:prstGeom>
        </p:spPr>
        <p:txBody>
          <a:bodyPr/>
          <a:lstStyle/>
          <a:p>
            <a:fld id="{989066BF-ED9F-45ED-9521-7100EA1C6EE7}" type="datetimeFigureOut">
              <a:rPr lang="en-ID" smtClean="0"/>
              <a:t>11/04/2023</a:t>
            </a:fld>
            <a:endParaRPr lang="en-ID"/>
          </a:p>
        </p:txBody>
      </p:sp>
      <p:sp>
        <p:nvSpPr>
          <p:cNvPr id="6" name="Footer Placeholder 5">
            <a:extLst>
              <a:ext uri="{FF2B5EF4-FFF2-40B4-BE49-F238E27FC236}">
                <a16:creationId xmlns:a16="http://schemas.microsoft.com/office/drawing/2014/main" id="{002A6F42-E38E-E599-D54C-9E7F43EB65A8}"/>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7" name="Slide Number Placeholder 6">
            <a:extLst>
              <a:ext uri="{FF2B5EF4-FFF2-40B4-BE49-F238E27FC236}">
                <a16:creationId xmlns:a16="http://schemas.microsoft.com/office/drawing/2014/main" id="{E839E3FC-DE16-2584-E962-772AC2ACDCE8}"/>
              </a:ext>
            </a:extLst>
          </p:cNvPr>
          <p:cNvSpPr>
            <a:spLocks noGrp="1"/>
          </p:cNvSpPr>
          <p:nvPr>
            <p:ph type="sldNum" sz="quarter" idx="12"/>
          </p:nvPr>
        </p:nvSpPr>
        <p:spPr/>
        <p:txBody>
          <a:bodyPr/>
          <a:lstStyle/>
          <a:p>
            <a:fld id="{9AE46DCC-51DB-417A-A22D-8B99855500CB}" type="slidenum">
              <a:rPr lang="en-ID" smtClean="0"/>
              <a:t>‹#›</a:t>
            </a:fld>
            <a:endParaRPr lang="en-ID"/>
          </a:p>
        </p:txBody>
      </p:sp>
    </p:spTree>
    <p:extLst>
      <p:ext uri="{BB962C8B-B14F-4D97-AF65-F5344CB8AC3E}">
        <p14:creationId xmlns:p14="http://schemas.microsoft.com/office/powerpoint/2010/main" val="2256085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F6BC0-3E45-B8FD-654D-ACF4EF764B89}"/>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66102CFD-7E67-B15B-62FB-D08EC84B18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1315B5-26FC-BF3B-135D-8164979DE9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1761EEE1-5162-3EDA-C065-BFD8C799D8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513A88-0A38-851F-AEE5-0A36ABB8BF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CA5C26A6-951E-42FF-BB68-41EACE0B9E9F}"/>
              </a:ext>
            </a:extLst>
          </p:cNvPr>
          <p:cNvSpPr>
            <a:spLocks noGrp="1"/>
          </p:cNvSpPr>
          <p:nvPr>
            <p:ph type="dt" sz="half" idx="10"/>
          </p:nvPr>
        </p:nvSpPr>
        <p:spPr>
          <a:xfrm>
            <a:off x="838200" y="6356350"/>
            <a:ext cx="2743200" cy="365125"/>
          </a:xfrm>
          <a:prstGeom prst="rect">
            <a:avLst/>
          </a:prstGeom>
        </p:spPr>
        <p:txBody>
          <a:bodyPr/>
          <a:lstStyle/>
          <a:p>
            <a:fld id="{989066BF-ED9F-45ED-9521-7100EA1C6EE7}" type="datetimeFigureOut">
              <a:rPr lang="en-ID" smtClean="0"/>
              <a:t>11/04/2023</a:t>
            </a:fld>
            <a:endParaRPr lang="en-ID"/>
          </a:p>
        </p:txBody>
      </p:sp>
      <p:sp>
        <p:nvSpPr>
          <p:cNvPr id="8" name="Footer Placeholder 7">
            <a:extLst>
              <a:ext uri="{FF2B5EF4-FFF2-40B4-BE49-F238E27FC236}">
                <a16:creationId xmlns:a16="http://schemas.microsoft.com/office/drawing/2014/main" id="{9C23C7F6-CE70-CF59-20EF-DC3051BB3928}"/>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9" name="Slide Number Placeholder 8">
            <a:extLst>
              <a:ext uri="{FF2B5EF4-FFF2-40B4-BE49-F238E27FC236}">
                <a16:creationId xmlns:a16="http://schemas.microsoft.com/office/drawing/2014/main" id="{2EF3746A-8D3A-E1CE-D083-81CA121B1F18}"/>
              </a:ext>
            </a:extLst>
          </p:cNvPr>
          <p:cNvSpPr>
            <a:spLocks noGrp="1"/>
          </p:cNvSpPr>
          <p:nvPr>
            <p:ph type="sldNum" sz="quarter" idx="12"/>
          </p:nvPr>
        </p:nvSpPr>
        <p:spPr/>
        <p:txBody>
          <a:bodyPr/>
          <a:lstStyle/>
          <a:p>
            <a:fld id="{9AE46DCC-51DB-417A-A22D-8B99855500CB}" type="slidenum">
              <a:rPr lang="en-ID" smtClean="0"/>
              <a:t>‹#›</a:t>
            </a:fld>
            <a:endParaRPr lang="en-ID"/>
          </a:p>
        </p:txBody>
      </p:sp>
    </p:spTree>
    <p:extLst>
      <p:ext uri="{BB962C8B-B14F-4D97-AF65-F5344CB8AC3E}">
        <p14:creationId xmlns:p14="http://schemas.microsoft.com/office/powerpoint/2010/main" val="550460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0AE70-6646-6667-5C68-96D0ECEF1A09}"/>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B35BD586-25AB-0DA9-56C3-C4552891FC32}"/>
              </a:ext>
            </a:extLst>
          </p:cNvPr>
          <p:cNvSpPr>
            <a:spLocks noGrp="1"/>
          </p:cNvSpPr>
          <p:nvPr>
            <p:ph type="dt" sz="half" idx="10"/>
          </p:nvPr>
        </p:nvSpPr>
        <p:spPr>
          <a:xfrm>
            <a:off x="838200" y="6356350"/>
            <a:ext cx="2743200" cy="365125"/>
          </a:xfrm>
          <a:prstGeom prst="rect">
            <a:avLst/>
          </a:prstGeom>
        </p:spPr>
        <p:txBody>
          <a:bodyPr/>
          <a:lstStyle/>
          <a:p>
            <a:fld id="{989066BF-ED9F-45ED-9521-7100EA1C6EE7}" type="datetimeFigureOut">
              <a:rPr lang="en-ID" smtClean="0"/>
              <a:t>11/04/2023</a:t>
            </a:fld>
            <a:endParaRPr lang="en-ID"/>
          </a:p>
        </p:txBody>
      </p:sp>
      <p:sp>
        <p:nvSpPr>
          <p:cNvPr id="4" name="Footer Placeholder 3">
            <a:extLst>
              <a:ext uri="{FF2B5EF4-FFF2-40B4-BE49-F238E27FC236}">
                <a16:creationId xmlns:a16="http://schemas.microsoft.com/office/drawing/2014/main" id="{25560AE1-970F-E329-1FC2-EED704F37B6D}"/>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5" name="Slide Number Placeholder 4">
            <a:extLst>
              <a:ext uri="{FF2B5EF4-FFF2-40B4-BE49-F238E27FC236}">
                <a16:creationId xmlns:a16="http://schemas.microsoft.com/office/drawing/2014/main" id="{017CA199-AA09-70F9-6FC6-082C5D5146AC}"/>
              </a:ext>
            </a:extLst>
          </p:cNvPr>
          <p:cNvSpPr>
            <a:spLocks noGrp="1"/>
          </p:cNvSpPr>
          <p:nvPr>
            <p:ph type="sldNum" sz="quarter" idx="12"/>
          </p:nvPr>
        </p:nvSpPr>
        <p:spPr/>
        <p:txBody>
          <a:bodyPr/>
          <a:lstStyle/>
          <a:p>
            <a:fld id="{9AE46DCC-51DB-417A-A22D-8B99855500CB}" type="slidenum">
              <a:rPr lang="en-ID" smtClean="0"/>
              <a:t>‹#›</a:t>
            </a:fld>
            <a:endParaRPr lang="en-ID"/>
          </a:p>
        </p:txBody>
      </p:sp>
    </p:spTree>
    <p:extLst>
      <p:ext uri="{BB962C8B-B14F-4D97-AF65-F5344CB8AC3E}">
        <p14:creationId xmlns:p14="http://schemas.microsoft.com/office/powerpoint/2010/main" val="358064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34270D-CF58-03D4-EA6F-6DB1A1BA391D}"/>
              </a:ext>
            </a:extLst>
          </p:cNvPr>
          <p:cNvSpPr>
            <a:spLocks noGrp="1"/>
          </p:cNvSpPr>
          <p:nvPr>
            <p:ph type="dt" sz="half" idx="10"/>
          </p:nvPr>
        </p:nvSpPr>
        <p:spPr>
          <a:xfrm>
            <a:off x="838200" y="6356350"/>
            <a:ext cx="2743200" cy="365125"/>
          </a:xfrm>
          <a:prstGeom prst="rect">
            <a:avLst/>
          </a:prstGeom>
        </p:spPr>
        <p:txBody>
          <a:bodyPr/>
          <a:lstStyle/>
          <a:p>
            <a:fld id="{989066BF-ED9F-45ED-9521-7100EA1C6EE7}" type="datetimeFigureOut">
              <a:rPr lang="en-ID" smtClean="0"/>
              <a:t>11/04/2023</a:t>
            </a:fld>
            <a:endParaRPr lang="en-ID"/>
          </a:p>
        </p:txBody>
      </p:sp>
      <p:sp>
        <p:nvSpPr>
          <p:cNvPr id="3" name="Footer Placeholder 2">
            <a:extLst>
              <a:ext uri="{FF2B5EF4-FFF2-40B4-BE49-F238E27FC236}">
                <a16:creationId xmlns:a16="http://schemas.microsoft.com/office/drawing/2014/main" id="{09A05106-D274-C463-5FC8-08D698A6C0A2}"/>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4" name="Slide Number Placeholder 3">
            <a:extLst>
              <a:ext uri="{FF2B5EF4-FFF2-40B4-BE49-F238E27FC236}">
                <a16:creationId xmlns:a16="http://schemas.microsoft.com/office/drawing/2014/main" id="{55E91F95-57BB-B97E-77B3-6A447B4EED16}"/>
              </a:ext>
            </a:extLst>
          </p:cNvPr>
          <p:cNvSpPr>
            <a:spLocks noGrp="1"/>
          </p:cNvSpPr>
          <p:nvPr>
            <p:ph type="sldNum" sz="quarter" idx="12"/>
          </p:nvPr>
        </p:nvSpPr>
        <p:spPr/>
        <p:txBody>
          <a:bodyPr/>
          <a:lstStyle/>
          <a:p>
            <a:fld id="{9AE46DCC-51DB-417A-A22D-8B99855500CB}" type="slidenum">
              <a:rPr lang="en-ID" smtClean="0"/>
              <a:t>‹#›</a:t>
            </a:fld>
            <a:endParaRPr lang="en-ID"/>
          </a:p>
        </p:txBody>
      </p:sp>
    </p:spTree>
    <p:extLst>
      <p:ext uri="{BB962C8B-B14F-4D97-AF65-F5344CB8AC3E}">
        <p14:creationId xmlns:p14="http://schemas.microsoft.com/office/powerpoint/2010/main" val="3879850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6EA2C-6173-D60C-005B-9C9FB5E9B8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BD05A417-57D6-EDBE-E2DE-F065C1A65F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409C5720-3824-AD10-2F9F-07E7327C5B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3D2608-A31D-7A54-48EF-7AF12AD6C224}"/>
              </a:ext>
            </a:extLst>
          </p:cNvPr>
          <p:cNvSpPr>
            <a:spLocks noGrp="1"/>
          </p:cNvSpPr>
          <p:nvPr>
            <p:ph type="dt" sz="half" idx="10"/>
          </p:nvPr>
        </p:nvSpPr>
        <p:spPr>
          <a:xfrm>
            <a:off x="838200" y="6356350"/>
            <a:ext cx="2743200" cy="365125"/>
          </a:xfrm>
          <a:prstGeom prst="rect">
            <a:avLst/>
          </a:prstGeom>
        </p:spPr>
        <p:txBody>
          <a:bodyPr/>
          <a:lstStyle/>
          <a:p>
            <a:fld id="{989066BF-ED9F-45ED-9521-7100EA1C6EE7}" type="datetimeFigureOut">
              <a:rPr lang="en-ID" smtClean="0"/>
              <a:t>11/04/2023</a:t>
            </a:fld>
            <a:endParaRPr lang="en-ID"/>
          </a:p>
        </p:txBody>
      </p:sp>
      <p:sp>
        <p:nvSpPr>
          <p:cNvPr id="6" name="Footer Placeholder 5">
            <a:extLst>
              <a:ext uri="{FF2B5EF4-FFF2-40B4-BE49-F238E27FC236}">
                <a16:creationId xmlns:a16="http://schemas.microsoft.com/office/drawing/2014/main" id="{B0440DAC-8854-A5A1-A4BC-9B6D82AEFD76}"/>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7" name="Slide Number Placeholder 6">
            <a:extLst>
              <a:ext uri="{FF2B5EF4-FFF2-40B4-BE49-F238E27FC236}">
                <a16:creationId xmlns:a16="http://schemas.microsoft.com/office/drawing/2014/main" id="{1440DA59-6D1A-838E-D3AA-CC50418CED9A}"/>
              </a:ext>
            </a:extLst>
          </p:cNvPr>
          <p:cNvSpPr>
            <a:spLocks noGrp="1"/>
          </p:cNvSpPr>
          <p:nvPr>
            <p:ph type="sldNum" sz="quarter" idx="12"/>
          </p:nvPr>
        </p:nvSpPr>
        <p:spPr/>
        <p:txBody>
          <a:bodyPr/>
          <a:lstStyle/>
          <a:p>
            <a:fld id="{9AE46DCC-51DB-417A-A22D-8B99855500CB}" type="slidenum">
              <a:rPr lang="en-ID" smtClean="0"/>
              <a:t>‹#›</a:t>
            </a:fld>
            <a:endParaRPr lang="en-ID"/>
          </a:p>
        </p:txBody>
      </p:sp>
    </p:spTree>
    <p:extLst>
      <p:ext uri="{BB962C8B-B14F-4D97-AF65-F5344CB8AC3E}">
        <p14:creationId xmlns:p14="http://schemas.microsoft.com/office/powerpoint/2010/main" val="3074474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A0725-D84A-9E9F-2230-6DD1089127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9A86DF32-8531-E10F-B818-B5FFFCB683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FEB0E02A-CAAD-7DE4-5056-79037BEE0D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E12-F440-7DC5-0210-C351DE1C40C3}"/>
              </a:ext>
            </a:extLst>
          </p:cNvPr>
          <p:cNvSpPr>
            <a:spLocks noGrp="1"/>
          </p:cNvSpPr>
          <p:nvPr>
            <p:ph type="dt" sz="half" idx="10"/>
          </p:nvPr>
        </p:nvSpPr>
        <p:spPr>
          <a:xfrm>
            <a:off x="838200" y="6356350"/>
            <a:ext cx="2743200" cy="365125"/>
          </a:xfrm>
          <a:prstGeom prst="rect">
            <a:avLst/>
          </a:prstGeom>
        </p:spPr>
        <p:txBody>
          <a:bodyPr/>
          <a:lstStyle/>
          <a:p>
            <a:fld id="{989066BF-ED9F-45ED-9521-7100EA1C6EE7}" type="datetimeFigureOut">
              <a:rPr lang="en-ID" smtClean="0"/>
              <a:t>11/04/2023</a:t>
            </a:fld>
            <a:endParaRPr lang="en-ID"/>
          </a:p>
        </p:txBody>
      </p:sp>
      <p:sp>
        <p:nvSpPr>
          <p:cNvPr id="6" name="Footer Placeholder 5">
            <a:extLst>
              <a:ext uri="{FF2B5EF4-FFF2-40B4-BE49-F238E27FC236}">
                <a16:creationId xmlns:a16="http://schemas.microsoft.com/office/drawing/2014/main" id="{79FE5D37-C04C-AC93-B76D-721BF848DE86}"/>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7" name="Slide Number Placeholder 6">
            <a:extLst>
              <a:ext uri="{FF2B5EF4-FFF2-40B4-BE49-F238E27FC236}">
                <a16:creationId xmlns:a16="http://schemas.microsoft.com/office/drawing/2014/main" id="{A5A88FF6-0F9E-7890-684E-411F9EDA9938}"/>
              </a:ext>
            </a:extLst>
          </p:cNvPr>
          <p:cNvSpPr>
            <a:spLocks noGrp="1"/>
          </p:cNvSpPr>
          <p:nvPr>
            <p:ph type="sldNum" sz="quarter" idx="12"/>
          </p:nvPr>
        </p:nvSpPr>
        <p:spPr/>
        <p:txBody>
          <a:bodyPr/>
          <a:lstStyle/>
          <a:p>
            <a:fld id="{9AE46DCC-51DB-417A-A22D-8B99855500CB}" type="slidenum">
              <a:rPr lang="en-ID" smtClean="0"/>
              <a:t>‹#›</a:t>
            </a:fld>
            <a:endParaRPr lang="en-ID"/>
          </a:p>
        </p:txBody>
      </p:sp>
    </p:spTree>
    <p:extLst>
      <p:ext uri="{BB962C8B-B14F-4D97-AF65-F5344CB8AC3E}">
        <p14:creationId xmlns:p14="http://schemas.microsoft.com/office/powerpoint/2010/main" val="2264789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16C10-6C66-FC98-ED72-227359CBD074}"/>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7C4E49A1-AC4D-E378-4DE5-39135B50BA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75A84B6-FDEC-0649-181D-4204E53B9D46}"/>
              </a:ext>
            </a:extLst>
          </p:cNvPr>
          <p:cNvSpPr>
            <a:spLocks noGrp="1"/>
          </p:cNvSpPr>
          <p:nvPr>
            <p:ph type="dt" sz="half" idx="10"/>
          </p:nvPr>
        </p:nvSpPr>
        <p:spPr>
          <a:xfrm>
            <a:off x="838200" y="6356350"/>
            <a:ext cx="2743200" cy="365125"/>
          </a:xfrm>
          <a:prstGeom prst="rect">
            <a:avLst/>
          </a:prstGeom>
        </p:spPr>
        <p:txBody>
          <a:bodyPr/>
          <a:lstStyle/>
          <a:p>
            <a:fld id="{989066BF-ED9F-45ED-9521-7100EA1C6EE7}" type="datetimeFigureOut">
              <a:rPr lang="en-ID" smtClean="0"/>
              <a:t>11/04/2023</a:t>
            </a:fld>
            <a:endParaRPr lang="en-ID"/>
          </a:p>
        </p:txBody>
      </p:sp>
      <p:sp>
        <p:nvSpPr>
          <p:cNvPr id="5" name="Footer Placeholder 4">
            <a:extLst>
              <a:ext uri="{FF2B5EF4-FFF2-40B4-BE49-F238E27FC236}">
                <a16:creationId xmlns:a16="http://schemas.microsoft.com/office/drawing/2014/main" id="{DD90C91B-9E9C-1C65-E2C7-BE13227BA499}"/>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6" name="Slide Number Placeholder 5">
            <a:extLst>
              <a:ext uri="{FF2B5EF4-FFF2-40B4-BE49-F238E27FC236}">
                <a16:creationId xmlns:a16="http://schemas.microsoft.com/office/drawing/2014/main" id="{D499C467-9B79-72F8-7275-36B38A154D14}"/>
              </a:ext>
            </a:extLst>
          </p:cNvPr>
          <p:cNvSpPr>
            <a:spLocks noGrp="1"/>
          </p:cNvSpPr>
          <p:nvPr>
            <p:ph type="sldNum" sz="quarter" idx="12"/>
          </p:nvPr>
        </p:nvSpPr>
        <p:spPr/>
        <p:txBody>
          <a:bodyPr/>
          <a:lstStyle/>
          <a:p>
            <a:fld id="{9AE46DCC-51DB-417A-A22D-8B99855500CB}" type="slidenum">
              <a:rPr lang="en-ID" smtClean="0"/>
              <a:t>‹#›</a:t>
            </a:fld>
            <a:endParaRPr lang="en-ID"/>
          </a:p>
        </p:txBody>
      </p:sp>
    </p:spTree>
    <p:extLst>
      <p:ext uri="{BB962C8B-B14F-4D97-AF65-F5344CB8AC3E}">
        <p14:creationId xmlns:p14="http://schemas.microsoft.com/office/powerpoint/2010/main" val="3225536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FC54E8-3522-73AE-FC00-5CC1E26F53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0AF3863E-3644-E41C-0CEC-541AFC3322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593FE39-F401-288C-7559-0A65605070FF}"/>
              </a:ext>
            </a:extLst>
          </p:cNvPr>
          <p:cNvSpPr>
            <a:spLocks noGrp="1"/>
          </p:cNvSpPr>
          <p:nvPr>
            <p:ph type="dt" sz="half" idx="10"/>
          </p:nvPr>
        </p:nvSpPr>
        <p:spPr>
          <a:xfrm>
            <a:off x="838200" y="6356350"/>
            <a:ext cx="2743200" cy="365125"/>
          </a:xfrm>
          <a:prstGeom prst="rect">
            <a:avLst/>
          </a:prstGeom>
        </p:spPr>
        <p:txBody>
          <a:bodyPr/>
          <a:lstStyle/>
          <a:p>
            <a:fld id="{989066BF-ED9F-45ED-9521-7100EA1C6EE7}" type="datetimeFigureOut">
              <a:rPr lang="en-ID" smtClean="0"/>
              <a:t>11/04/2023</a:t>
            </a:fld>
            <a:endParaRPr lang="en-ID"/>
          </a:p>
        </p:txBody>
      </p:sp>
      <p:sp>
        <p:nvSpPr>
          <p:cNvPr id="5" name="Footer Placeholder 4">
            <a:extLst>
              <a:ext uri="{FF2B5EF4-FFF2-40B4-BE49-F238E27FC236}">
                <a16:creationId xmlns:a16="http://schemas.microsoft.com/office/drawing/2014/main" id="{3DB9E2AA-9B7D-6E44-BEA9-03A3BDE8C9CF}"/>
              </a:ext>
            </a:extLst>
          </p:cNvPr>
          <p:cNvSpPr>
            <a:spLocks noGrp="1"/>
          </p:cNvSpPr>
          <p:nvPr>
            <p:ph type="ftr" sz="quarter" idx="11"/>
          </p:nvPr>
        </p:nvSpPr>
        <p:spPr>
          <a:xfrm>
            <a:off x="4038600" y="6356350"/>
            <a:ext cx="4114800" cy="365125"/>
          </a:xfrm>
          <a:prstGeom prst="rect">
            <a:avLst/>
          </a:prstGeom>
        </p:spPr>
        <p:txBody>
          <a:bodyPr/>
          <a:lstStyle/>
          <a:p>
            <a:endParaRPr lang="en-ID"/>
          </a:p>
        </p:txBody>
      </p:sp>
      <p:sp>
        <p:nvSpPr>
          <p:cNvPr id="6" name="Slide Number Placeholder 5">
            <a:extLst>
              <a:ext uri="{FF2B5EF4-FFF2-40B4-BE49-F238E27FC236}">
                <a16:creationId xmlns:a16="http://schemas.microsoft.com/office/drawing/2014/main" id="{0020F9CB-E202-A4DF-D2D1-69F4AE38DD32}"/>
              </a:ext>
            </a:extLst>
          </p:cNvPr>
          <p:cNvSpPr>
            <a:spLocks noGrp="1"/>
          </p:cNvSpPr>
          <p:nvPr>
            <p:ph type="sldNum" sz="quarter" idx="12"/>
          </p:nvPr>
        </p:nvSpPr>
        <p:spPr/>
        <p:txBody>
          <a:bodyPr/>
          <a:lstStyle/>
          <a:p>
            <a:fld id="{9AE46DCC-51DB-417A-A22D-8B99855500CB}" type="slidenum">
              <a:rPr lang="en-ID" smtClean="0"/>
              <a:t>‹#›</a:t>
            </a:fld>
            <a:endParaRPr lang="en-ID"/>
          </a:p>
        </p:txBody>
      </p:sp>
    </p:spTree>
    <p:extLst>
      <p:ext uri="{BB962C8B-B14F-4D97-AF65-F5344CB8AC3E}">
        <p14:creationId xmlns:p14="http://schemas.microsoft.com/office/powerpoint/2010/main" val="1744066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CCA31D-B4F4-832C-54A8-453E3B9BCF8D}"/>
              </a:ext>
            </a:extLst>
          </p:cNvPr>
          <p:cNvSpPr>
            <a:spLocks noGrp="1"/>
          </p:cNvSpPr>
          <p:nvPr>
            <p:ph type="title"/>
          </p:nvPr>
        </p:nvSpPr>
        <p:spPr>
          <a:xfrm>
            <a:off x="476250" y="365125"/>
            <a:ext cx="11239500" cy="968375"/>
          </a:xfrm>
          <a:prstGeom prst="rect">
            <a:avLst/>
          </a:prstGeom>
        </p:spPr>
        <p:txBody>
          <a:bodyPr vert="horz" lIns="91440" tIns="45720" rIns="91440" bIns="45720" rtlCol="0" anchor="ctr">
            <a:normAutofit/>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AE90FDAB-0D38-EB7D-2F07-E84BEA8642B2}"/>
              </a:ext>
            </a:extLst>
          </p:cNvPr>
          <p:cNvSpPr>
            <a:spLocks noGrp="1"/>
          </p:cNvSpPr>
          <p:nvPr>
            <p:ph type="body" idx="1"/>
          </p:nvPr>
        </p:nvSpPr>
        <p:spPr>
          <a:xfrm>
            <a:off x="476250" y="1543050"/>
            <a:ext cx="11239500" cy="463391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6" name="Slide Number Placeholder 5">
            <a:extLst>
              <a:ext uri="{FF2B5EF4-FFF2-40B4-BE49-F238E27FC236}">
                <a16:creationId xmlns:a16="http://schemas.microsoft.com/office/drawing/2014/main" id="{6B8A246F-B955-3411-0D72-4DBD64E8E1A7}"/>
              </a:ext>
            </a:extLst>
          </p:cNvPr>
          <p:cNvSpPr>
            <a:spLocks noGrp="1"/>
          </p:cNvSpPr>
          <p:nvPr>
            <p:ph type="sldNum" sz="quarter" idx="4"/>
          </p:nvPr>
        </p:nvSpPr>
        <p:spPr>
          <a:xfrm>
            <a:off x="897255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E46DCC-51DB-417A-A22D-8B99855500CB}" type="slidenum">
              <a:rPr lang="en-ID" smtClean="0"/>
              <a:t>‹#›</a:t>
            </a:fld>
            <a:endParaRPr lang="en-ID"/>
          </a:p>
        </p:txBody>
      </p:sp>
    </p:spTree>
    <p:extLst>
      <p:ext uri="{BB962C8B-B14F-4D97-AF65-F5344CB8AC3E}">
        <p14:creationId xmlns:p14="http://schemas.microsoft.com/office/powerpoint/2010/main" val="1051968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jp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10" Type="http://schemas.microsoft.com/office/2007/relationships/hdphoto" Target="../media/hdphoto2.wdp"/><Relationship Id="rId4" Type="http://schemas.microsoft.com/office/2007/relationships/hdphoto" Target="../media/hdphoto1.wdp"/><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www.linkedin.com/in/jay-mangukiya-41b38117a/" TargetMode="External"/><Relationship Id="rId4" Type="http://schemas.microsoft.com/office/2007/relationships/hdphoto" Target="../media/hdphoto4.wdp"/></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www.linkedin.com/in/nisha-siwach-42416b186/" TargetMode="External"/><Relationship Id="rId4" Type="http://schemas.microsoft.com/office/2007/relationships/hdphoto" Target="../media/hdphoto5.wdp"/></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www.linkedin.com/in/akshay-thakare-b0505220a/" TargetMode="External"/><Relationship Id="rId4" Type="http://schemas.microsoft.com/office/2007/relationships/hdphoto" Target="../media/hdphoto6.wdp"/></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png"/><Relationship Id="rId7"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image" Target="../media/image53.jpeg"/><Relationship Id="rId7" Type="http://schemas.openxmlformats.org/officeDocument/2006/relationships/image" Target="../media/image57.jpe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56.jpeg"/><Relationship Id="rId11" Type="http://schemas.openxmlformats.org/officeDocument/2006/relationships/image" Target="../media/image4.png"/><Relationship Id="rId5" Type="http://schemas.openxmlformats.org/officeDocument/2006/relationships/image" Target="../media/image55.jpeg"/><Relationship Id="rId10" Type="http://schemas.openxmlformats.org/officeDocument/2006/relationships/image" Target="../media/image3.png"/><Relationship Id="rId4" Type="http://schemas.openxmlformats.org/officeDocument/2006/relationships/image" Target="../media/image54.jpeg"/><Relationship Id="rId9" Type="http://schemas.openxmlformats.org/officeDocument/2006/relationships/image" Target="../media/image5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picture containing text, electronics, circuit&#10;&#10;Description automatically generated">
            <a:extLst>
              <a:ext uri="{FF2B5EF4-FFF2-40B4-BE49-F238E27FC236}">
                <a16:creationId xmlns:a16="http://schemas.microsoft.com/office/drawing/2014/main" id="{4B9F6D07-EEEC-C275-42D5-E036FF673D21}"/>
              </a:ext>
            </a:extLst>
          </p:cNvPr>
          <p:cNvPicPr>
            <a:picLocks noChangeAspect="1"/>
          </p:cNvPicPr>
          <p:nvPr/>
        </p:nvPicPr>
        <p:blipFill rotWithShape="1">
          <a:blip r:embed="rId3">
            <a:alphaModFix amt="20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5231" r="12347" b="4779"/>
          <a:stretch/>
        </p:blipFill>
        <p:spPr>
          <a:xfrm>
            <a:off x="4906296" y="-4"/>
            <a:ext cx="7285704" cy="5617393"/>
          </a:xfrm>
          <a:custGeom>
            <a:avLst/>
            <a:gdLst>
              <a:gd name="connsiteX0" fmla="*/ 0 w 7285704"/>
              <a:gd name="connsiteY0" fmla="*/ 0 h 5617393"/>
              <a:gd name="connsiteX1" fmla="*/ 7285704 w 7285704"/>
              <a:gd name="connsiteY1" fmla="*/ 0 h 5617393"/>
              <a:gd name="connsiteX2" fmla="*/ 7285704 w 7285704"/>
              <a:gd name="connsiteY2" fmla="*/ 5617393 h 5617393"/>
              <a:gd name="connsiteX3" fmla="*/ 387038 w 7285704"/>
              <a:gd name="connsiteY3" fmla="*/ 5617393 h 5617393"/>
              <a:gd name="connsiteX4" fmla="*/ 0 w 7285704"/>
              <a:gd name="connsiteY4" fmla="*/ 5230355 h 5617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5704" h="5617393">
                <a:moveTo>
                  <a:pt x="0" y="0"/>
                </a:moveTo>
                <a:lnTo>
                  <a:pt x="7285704" y="0"/>
                </a:lnTo>
                <a:lnTo>
                  <a:pt x="7285704" y="5617393"/>
                </a:lnTo>
                <a:lnTo>
                  <a:pt x="387038" y="5617393"/>
                </a:lnTo>
                <a:cubicBezTo>
                  <a:pt x="173283" y="5617393"/>
                  <a:pt x="0" y="5444110"/>
                  <a:pt x="0" y="5230355"/>
                </a:cubicBezTo>
                <a:close/>
              </a:path>
            </a:pathLst>
          </a:custGeom>
        </p:spPr>
      </p:pic>
      <p:sp>
        <p:nvSpPr>
          <p:cNvPr id="10" name="Rectangle: Single Corner Rounded 9">
            <a:extLst>
              <a:ext uri="{FF2B5EF4-FFF2-40B4-BE49-F238E27FC236}">
                <a16:creationId xmlns:a16="http://schemas.microsoft.com/office/drawing/2014/main" id="{8D9AFCD1-F18E-DDD4-B145-943627A32CC5}"/>
              </a:ext>
            </a:extLst>
          </p:cNvPr>
          <p:cNvSpPr/>
          <p:nvPr/>
        </p:nvSpPr>
        <p:spPr>
          <a:xfrm flipH="1" flipV="1">
            <a:off x="4906296" y="-4"/>
            <a:ext cx="7285704" cy="5617393"/>
          </a:xfrm>
          <a:prstGeom prst="round1Rect">
            <a:avLst>
              <a:gd name="adj" fmla="val 6890"/>
            </a:avLst>
          </a:prstGeom>
          <a:solidFill>
            <a:srgbClr val="74BDE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8A1D2500-9784-C59D-098B-A585FFFA5718}"/>
              </a:ext>
            </a:extLst>
          </p:cNvPr>
          <p:cNvSpPr>
            <a:spLocks noGrp="1"/>
          </p:cNvSpPr>
          <p:nvPr>
            <p:ph type="ctrTitle"/>
          </p:nvPr>
        </p:nvSpPr>
        <p:spPr>
          <a:xfrm>
            <a:off x="285723" y="2441689"/>
            <a:ext cx="4257248" cy="1974622"/>
          </a:xfrm>
        </p:spPr>
        <p:txBody>
          <a:bodyPr lIns="0" tIns="0" rIns="0" bIns="0">
            <a:noAutofit/>
          </a:bodyPr>
          <a:lstStyle/>
          <a:p>
            <a:pPr algn="l"/>
            <a:r>
              <a:rPr kumimoji="0" lang="en-CA" sz="60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Dispatch</a:t>
            </a:r>
            <a:br>
              <a:rPr kumimoji="0" lang="en-CA" sz="60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br>
            <a:r>
              <a:rPr kumimoji="0" lang="en-CA" sz="60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Simulator</a:t>
            </a:r>
            <a:endParaRPr lang="en-US" dirty="0"/>
          </a:p>
        </p:txBody>
      </p:sp>
      <p:pic>
        <p:nvPicPr>
          <p:cNvPr id="13" name="Picture 12">
            <a:extLst>
              <a:ext uri="{FF2B5EF4-FFF2-40B4-BE49-F238E27FC236}">
                <a16:creationId xmlns:a16="http://schemas.microsoft.com/office/drawing/2014/main" id="{1073E4A6-1025-BB69-28CB-127198C065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24513" y="2343150"/>
            <a:ext cx="6967487" cy="4197758"/>
          </a:xfrm>
          <a:prstGeom prst="rect">
            <a:avLst/>
          </a:prstGeom>
        </p:spPr>
      </p:pic>
      <p:cxnSp>
        <p:nvCxnSpPr>
          <p:cNvPr id="17" name="Straight Connector 16">
            <a:extLst>
              <a:ext uri="{FF2B5EF4-FFF2-40B4-BE49-F238E27FC236}">
                <a16:creationId xmlns:a16="http://schemas.microsoft.com/office/drawing/2014/main" id="{DCAD33B8-88F7-CE36-FEAD-E24AB98B8C3C}"/>
              </a:ext>
            </a:extLst>
          </p:cNvPr>
          <p:cNvCxnSpPr>
            <a:cxnSpLocks/>
          </p:cNvCxnSpPr>
          <p:nvPr/>
        </p:nvCxnSpPr>
        <p:spPr>
          <a:xfrm>
            <a:off x="285723" y="4800032"/>
            <a:ext cx="415564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A3AEBCC0-8270-256D-474E-FD6D17397F38}"/>
              </a:ext>
            </a:extLst>
          </p:cNvPr>
          <p:cNvGrpSpPr/>
          <p:nvPr/>
        </p:nvGrpSpPr>
        <p:grpSpPr>
          <a:xfrm>
            <a:off x="314963" y="2477770"/>
            <a:ext cx="764480" cy="166001"/>
            <a:chOff x="257175" y="1857375"/>
            <a:chExt cx="3333750" cy="723900"/>
          </a:xfrm>
        </p:grpSpPr>
        <p:sp>
          <p:nvSpPr>
            <p:cNvPr id="25" name="Oval 24">
              <a:extLst>
                <a:ext uri="{FF2B5EF4-FFF2-40B4-BE49-F238E27FC236}">
                  <a16:creationId xmlns:a16="http://schemas.microsoft.com/office/drawing/2014/main" id="{BAA7518E-2C2D-5A1A-4010-9ABA08125E25}"/>
                </a:ext>
              </a:extLst>
            </p:cNvPr>
            <p:cNvSpPr/>
            <p:nvPr/>
          </p:nvSpPr>
          <p:spPr>
            <a:xfrm>
              <a:off x="257175" y="1857375"/>
              <a:ext cx="723900" cy="723900"/>
            </a:xfrm>
            <a:prstGeom prst="ellipse">
              <a:avLst/>
            </a:prstGeom>
            <a:solidFill>
              <a:srgbClr val="74BD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Oval 25">
              <a:extLst>
                <a:ext uri="{FF2B5EF4-FFF2-40B4-BE49-F238E27FC236}">
                  <a16:creationId xmlns:a16="http://schemas.microsoft.com/office/drawing/2014/main" id="{DC0A29E8-1836-0DD9-1DC8-867742FB9E60}"/>
                </a:ext>
              </a:extLst>
            </p:cNvPr>
            <p:cNvSpPr/>
            <p:nvPr/>
          </p:nvSpPr>
          <p:spPr>
            <a:xfrm>
              <a:off x="1127125" y="1857375"/>
              <a:ext cx="723900" cy="723900"/>
            </a:xfrm>
            <a:prstGeom prst="ellipse">
              <a:avLst/>
            </a:prstGeom>
            <a:solidFill>
              <a:srgbClr val="78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Oval 26">
              <a:extLst>
                <a:ext uri="{FF2B5EF4-FFF2-40B4-BE49-F238E27FC236}">
                  <a16:creationId xmlns:a16="http://schemas.microsoft.com/office/drawing/2014/main" id="{6A25743C-56D5-771F-6990-3A5D728DD143}"/>
                </a:ext>
              </a:extLst>
            </p:cNvPr>
            <p:cNvSpPr/>
            <p:nvPr/>
          </p:nvSpPr>
          <p:spPr>
            <a:xfrm>
              <a:off x="1997075" y="1857375"/>
              <a:ext cx="723900" cy="723900"/>
            </a:xfrm>
            <a:prstGeom prst="ellipse">
              <a:avLst/>
            </a:prstGeom>
            <a:solidFill>
              <a:srgbClr val="98DB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Oval 27">
              <a:extLst>
                <a:ext uri="{FF2B5EF4-FFF2-40B4-BE49-F238E27FC236}">
                  <a16:creationId xmlns:a16="http://schemas.microsoft.com/office/drawing/2014/main" id="{35D87DB4-8E04-C152-CEB4-787077BB65A2}"/>
                </a:ext>
              </a:extLst>
            </p:cNvPr>
            <p:cNvSpPr/>
            <p:nvPr/>
          </p:nvSpPr>
          <p:spPr>
            <a:xfrm>
              <a:off x="2867025" y="1857375"/>
              <a:ext cx="723900" cy="723900"/>
            </a:xfrm>
            <a:prstGeom prst="ellipse">
              <a:avLst/>
            </a:prstGeom>
            <a:solidFill>
              <a:srgbClr val="CDE4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2" name="Group 1">
            <a:extLst>
              <a:ext uri="{FF2B5EF4-FFF2-40B4-BE49-F238E27FC236}">
                <a16:creationId xmlns:a16="http://schemas.microsoft.com/office/drawing/2014/main" id="{FCB55089-5533-2B38-91F9-A6C04151A548}"/>
              </a:ext>
            </a:extLst>
          </p:cNvPr>
          <p:cNvGrpSpPr/>
          <p:nvPr/>
        </p:nvGrpSpPr>
        <p:grpSpPr>
          <a:xfrm>
            <a:off x="272977" y="179490"/>
            <a:ext cx="4185671" cy="847496"/>
            <a:chOff x="143277" y="179490"/>
            <a:chExt cx="4185671" cy="847496"/>
          </a:xfrm>
        </p:grpSpPr>
        <p:pic>
          <p:nvPicPr>
            <p:cNvPr id="3" name="Picture 2" descr="Logo">
              <a:extLst>
                <a:ext uri="{FF2B5EF4-FFF2-40B4-BE49-F238E27FC236}">
                  <a16:creationId xmlns:a16="http://schemas.microsoft.com/office/drawing/2014/main" id="{7AC4B26E-7E6F-5572-B54F-567838C5C4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277" y="179490"/>
              <a:ext cx="2321067" cy="793276"/>
            </a:xfrm>
            <a:prstGeom prst="rect">
              <a:avLst/>
            </a:prstGeom>
          </p:spPr>
        </p:pic>
        <p:pic>
          <p:nvPicPr>
            <p:cNvPr id="12" name="Picture 11" descr="Logo&#10;&#10;Description automatically generated">
              <a:extLst>
                <a:ext uri="{FF2B5EF4-FFF2-40B4-BE49-F238E27FC236}">
                  <a16:creationId xmlns:a16="http://schemas.microsoft.com/office/drawing/2014/main" id="{1F732975-BB47-0C9C-D2F4-803DD6CF5D2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09850" y="179490"/>
              <a:ext cx="1719098" cy="847496"/>
            </a:xfrm>
            <a:prstGeom prst="rect">
              <a:avLst/>
            </a:prstGeom>
          </p:spPr>
        </p:pic>
      </p:grpSp>
      <p:pic>
        <p:nvPicPr>
          <p:cNvPr id="18" name="Picture 17" descr="A picture containing sky, outdoor, road, day">
            <a:extLst>
              <a:ext uri="{FF2B5EF4-FFF2-40B4-BE49-F238E27FC236}">
                <a16:creationId xmlns:a16="http://schemas.microsoft.com/office/drawing/2014/main" id="{0AAF40F1-D07B-8AFB-5D84-AED7122FCCD9}"/>
              </a:ext>
            </a:extLst>
          </p:cNvPr>
          <p:cNvPicPr>
            <a:picLocks noChangeAspect="1"/>
          </p:cNvPicPr>
          <p:nvPr/>
        </p:nvPicPr>
        <p:blipFill rotWithShape="1">
          <a:blip r:embed="rId8">
            <a:extLst>
              <a:ext uri="{28A0092B-C50C-407E-A947-70E740481C1C}">
                <a14:useLocalDpi xmlns:a14="http://schemas.microsoft.com/office/drawing/2010/main" val="0"/>
              </a:ext>
            </a:extLst>
          </a:blip>
          <a:srcRect b="6083"/>
          <a:stretch/>
        </p:blipFill>
        <p:spPr>
          <a:xfrm>
            <a:off x="6005355" y="2643771"/>
            <a:ext cx="5421207" cy="3173369"/>
          </a:xfrm>
          <a:prstGeom prst="rect">
            <a:avLst/>
          </a:prstGeom>
        </p:spPr>
      </p:pic>
      <p:pic>
        <p:nvPicPr>
          <p:cNvPr id="21" name="Picture 20" descr="Shape&#10;&#10;Description automatically generated with low confidence">
            <a:extLst>
              <a:ext uri="{FF2B5EF4-FFF2-40B4-BE49-F238E27FC236}">
                <a16:creationId xmlns:a16="http://schemas.microsoft.com/office/drawing/2014/main" id="{20D8DFA1-688C-4387-5873-9905D8B91149}"/>
              </a:ext>
            </a:extLst>
          </p:cNvPr>
          <p:cNvPicPr>
            <a:picLocks noChangeAspect="1"/>
          </p:cNvPicPr>
          <p:nvPr/>
        </p:nvPicPr>
        <p:blipFill>
          <a:blip r:embed="rId9">
            <a:duotone>
              <a:schemeClr val="accent5">
                <a:shade val="45000"/>
                <a:satMod val="135000"/>
              </a:schemeClr>
              <a:prstClr val="white"/>
            </a:duotone>
            <a:alphaModFix/>
            <a:extLst>
              <a:ext uri="{BEBA8EAE-BF5A-486C-A8C5-ECC9F3942E4B}">
                <a14:imgProps xmlns:a14="http://schemas.microsoft.com/office/drawing/2010/main">
                  <a14:imgLayer r:embed="rId10">
                    <a14:imgEffect>
                      <a14:artisticGlowEdges/>
                    </a14:imgEffect>
                  </a14:imgLayer>
                </a14:imgProps>
              </a:ext>
              <a:ext uri="{28A0092B-C50C-407E-A947-70E740481C1C}">
                <a14:useLocalDpi xmlns:a14="http://schemas.microsoft.com/office/drawing/2010/main" val="0"/>
              </a:ext>
            </a:extLst>
          </a:blip>
          <a:stretch>
            <a:fillRect/>
          </a:stretch>
        </p:blipFill>
        <p:spPr>
          <a:xfrm>
            <a:off x="10676106" y="2808692"/>
            <a:ext cx="517488" cy="517488"/>
          </a:xfrm>
          <a:prstGeom prst="rect">
            <a:avLst/>
          </a:prstGeom>
          <a:effectLst>
            <a:outerShdw blurRad="50800" dist="38100" dir="8100000" algn="tr" rotWithShape="0">
              <a:prstClr val="black">
                <a:alpha val="40000"/>
              </a:prstClr>
            </a:outerShdw>
          </a:effectLst>
        </p:spPr>
      </p:pic>
      <p:sp>
        <p:nvSpPr>
          <p:cNvPr id="23" name="TextBox 22">
            <a:extLst>
              <a:ext uri="{FF2B5EF4-FFF2-40B4-BE49-F238E27FC236}">
                <a16:creationId xmlns:a16="http://schemas.microsoft.com/office/drawing/2014/main" id="{74892384-AC1B-6741-1501-163F01F9C4A4}"/>
              </a:ext>
            </a:extLst>
          </p:cNvPr>
          <p:cNvSpPr txBox="1"/>
          <p:nvPr/>
        </p:nvSpPr>
        <p:spPr>
          <a:xfrm>
            <a:off x="285723" y="4340870"/>
            <a:ext cx="2017860" cy="369332"/>
          </a:xfrm>
          <a:prstGeom prst="rect">
            <a:avLst/>
          </a:prstGeom>
          <a:noFill/>
        </p:spPr>
        <p:txBody>
          <a:bodyPr wrap="none" rtlCol="0">
            <a:spAutoFit/>
          </a:bodyPr>
          <a:lstStyle/>
          <a:p>
            <a:r>
              <a:rPr kumimoji="0" lang="en-CA" sz="18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Capstone Project</a:t>
            </a:r>
            <a:endParaRPr lang="en-CA" dirty="0"/>
          </a:p>
        </p:txBody>
      </p:sp>
      <p:cxnSp>
        <p:nvCxnSpPr>
          <p:cNvPr id="30" name="Straight Connector 29">
            <a:extLst>
              <a:ext uri="{FF2B5EF4-FFF2-40B4-BE49-F238E27FC236}">
                <a16:creationId xmlns:a16="http://schemas.microsoft.com/office/drawing/2014/main" id="{3783E0C3-7D4A-1613-71D5-37D046194209}"/>
              </a:ext>
            </a:extLst>
          </p:cNvPr>
          <p:cNvCxnSpPr>
            <a:cxnSpLocks/>
          </p:cNvCxnSpPr>
          <p:nvPr/>
        </p:nvCxnSpPr>
        <p:spPr>
          <a:xfrm flipH="1">
            <a:off x="2303583" y="5890827"/>
            <a:ext cx="3639368" cy="0"/>
          </a:xfrm>
          <a:prstGeom prst="line">
            <a:avLst/>
          </a:prstGeom>
          <a:ln w="22225">
            <a:solidFill>
              <a:schemeClr val="bg2"/>
            </a:solidFill>
            <a:tailEnd type="ova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D165081-10EF-B3F7-A572-D93391799805}"/>
              </a:ext>
            </a:extLst>
          </p:cNvPr>
          <p:cNvSpPr txBox="1"/>
          <p:nvPr/>
        </p:nvSpPr>
        <p:spPr>
          <a:xfrm>
            <a:off x="2605930" y="5617389"/>
            <a:ext cx="1484124" cy="276999"/>
          </a:xfrm>
          <a:prstGeom prst="rect">
            <a:avLst/>
          </a:prstGeom>
          <a:noFill/>
        </p:spPr>
        <p:txBody>
          <a:bodyPr wrap="none" rtlCol="0">
            <a:spAutoFit/>
          </a:bodyPr>
          <a:lstStyle/>
          <a:p>
            <a:r>
              <a:rPr kumimoji="0" lang="en-CA" sz="12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Final Presentation</a:t>
            </a:r>
            <a:endParaRPr lang="en-CA" sz="1200" dirty="0"/>
          </a:p>
        </p:txBody>
      </p:sp>
    </p:spTree>
    <p:extLst>
      <p:ext uri="{BB962C8B-B14F-4D97-AF65-F5344CB8AC3E}">
        <p14:creationId xmlns:p14="http://schemas.microsoft.com/office/powerpoint/2010/main" val="3852099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22E67-BEBB-5A79-310E-10F3FB4ADBAE}"/>
              </a:ext>
            </a:extLst>
          </p:cNvPr>
          <p:cNvSpPr>
            <a:spLocks noGrp="1"/>
          </p:cNvSpPr>
          <p:nvPr>
            <p:ph type="title"/>
          </p:nvPr>
        </p:nvSpPr>
        <p:spPr>
          <a:xfrm>
            <a:off x="476250" y="319729"/>
            <a:ext cx="6806524"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Project Summary</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4" name="Group 3">
            <a:extLst>
              <a:ext uri="{FF2B5EF4-FFF2-40B4-BE49-F238E27FC236}">
                <a16:creationId xmlns:a16="http://schemas.microsoft.com/office/drawing/2014/main" id="{8342B910-D764-1B81-2AF3-18A89B5C1CA1}"/>
              </a:ext>
            </a:extLst>
          </p:cNvPr>
          <p:cNvGrpSpPr/>
          <p:nvPr/>
        </p:nvGrpSpPr>
        <p:grpSpPr>
          <a:xfrm>
            <a:off x="0" y="4986699"/>
            <a:ext cx="12192000" cy="1909138"/>
            <a:chOff x="0" y="4948862"/>
            <a:chExt cx="12192000" cy="1909138"/>
          </a:xfrm>
        </p:grpSpPr>
        <p:sp>
          <p:nvSpPr>
            <p:cNvPr id="5" name="Freeform: Shape 4">
              <a:extLst>
                <a:ext uri="{FF2B5EF4-FFF2-40B4-BE49-F238E27FC236}">
                  <a16:creationId xmlns:a16="http://schemas.microsoft.com/office/drawing/2014/main" id="{6F6CCE7F-25BD-E5A2-F28B-64846FA8DFF3}"/>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F3866DDA-3955-EBB3-9B57-AD6B1225C89E}"/>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7">
            <a:extLst>
              <a:ext uri="{FF2B5EF4-FFF2-40B4-BE49-F238E27FC236}">
                <a16:creationId xmlns:a16="http://schemas.microsoft.com/office/drawing/2014/main" id="{A03783CE-E44C-8E52-D0F2-169E1C3AB9DA}"/>
              </a:ext>
            </a:extLst>
          </p:cNvPr>
          <p:cNvGrpSpPr/>
          <p:nvPr/>
        </p:nvGrpSpPr>
        <p:grpSpPr>
          <a:xfrm>
            <a:off x="7530079" y="440608"/>
            <a:ext cx="4185671" cy="847496"/>
            <a:chOff x="7530079" y="486004"/>
            <a:chExt cx="4185671" cy="847496"/>
          </a:xfrm>
        </p:grpSpPr>
        <p:pic>
          <p:nvPicPr>
            <p:cNvPr id="9" name="Picture 8" descr="Logo">
              <a:extLst>
                <a:ext uri="{FF2B5EF4-FFF2-40B4-BE49-F238E27FC236}">
                  <a16:creationId xmlns:a16="http://schemas.microsoft.com/office/drawing/2014/main" id="{D6E2A546-49C5-F973-9ADD-D3D2513E52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0" name="Picture 9" descr="Logo&#10;&#10;Description automatically generated">
              <a:extLst>
                <a:ext uri="{FF2B5EF4-FFF2-40B4-BE49-F238E27FC236}">
                  <a16:creationId xmlns:a16="http://schemas.microsoft.com/office/drawing/2014/main" id="{F03E6BA7-4D80-EAA2-5513-279B8618B5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sp>
        <p:nvSpPr>
          <p:cNvPr id="7" name="Content Placeholder 6">
            <a:extLst>
              <a:ext uri="{FF2B5EF4-FFF2-40B4-BE49-F238E27FC236}">
                <a16:creationId xmlns:a16="http://schemas.microsoft.com/office/drawing/2014/main" id="{9CF5A7D5-394A-6620-D691-97A34F78FEF9}"/>
              </a:ext>
            </a:extLst>
          </p:cNvPr>
          <p:cNvSpPr>
            <a:spLocks noGrp="1"/>
          </p:cNvSpPr>
          <p:nvPr>
            <p:ph idx="1"/>
          </p:nvPr>
        </p:nvSpPr>
        <p:spPr>
          <a:xfrm>
            <a:off x="476250" y="2100449"/>
            <a:ext cx="11239500" cy="4590436"/>
          </a:xfrm>
        </p:spPr>
        <p:txBody>
          <a:bodyPr>
            <a:normAutofit/>
          </a:bodyPr>
          <a:lstStyle/>
          <a:p>
            <a:r>
              <a:rPr lang="en-US" sz="2400" dirty="0">
                <a:cs typeface="Times New Roman" panose="02020603050405020304" pitchFamily="18" charset="0"/>
              </a:rPr>
              <a:t>The county's health department was seeking to leverage AI system that would help improve the overall quality of service to stakeholders.</a:t>
            </a:r>
          </a:p>
          <a:p>
            <a:r>
              <a:rPr lang="en-US" sz="2400" dirty="0">
                <a:cs typeface="Times New Roman" panose="02020603050405020304" pitchFamily="18" charset="0"/>
              </a:rPr>
              <a:t>As a first step, we have developed a dispatch call simulator for the county. A simulator that could give resource allocation to the county, so that there is no need to allocate resources manually.</a:t>
            </a:r>
          </a:p>
          <a:p>
            <a:r>
              <a:rPr lang="en-US" sz="2400" dirty="0"/>
              <a:t>The system that provides reliable and useful data for resource allocation. This could also enable the county to allocate resources effectively across different types of emergencies.</a:t>
            </a:r>
          </a:p>
          <a:p>
            <a:endParaRPr lang="en-IN" sz="2400" dirty="0"/>
          </a:p>
        </p:txBody>
      </p:sp>
    </p:spTree>
    <p:extLst>
      <p:ext uri="{BB962C8B-B14F-4D97-AF65-F5344CB8AC3E}">
        <p14:creationId xmlns:p14="http://schemas.microsoft.com/office/powerpoint/2010/main" val="2603760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22E67-BEBB-5A79-310E-10F3FB4ADBAE}"/>
              </a:ext>
            </a:extLst>
          </p:cNvPr>
          <p:cNvSpPr>
            <a:spLocks noGrp="1"/>
          </p:cNvSpPr>
          <p:nvPr>
            <p:ph type="title"/>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Project Summary</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4" name="Group 3">
            <a:extLst>
              <a:ext uri="{FF2B5EF4-FFF2-40B4-BE49-F238E27FC236}">
                <a16:creationId xmlns:a16="http://schemas.microsoft.com/office/drawing/2014/main" id="{8342B910-D764-1B81-2AF3-18A89B5C1CA1}"/>
              </a:ext>
            </a:extLst>
          </p:cNvPr>
          <p:cNvGrpSpPr/>
          <p:nvPr/>
        </p:nvGrpSpPr>
        <p:grpSpPr>
          <a:xfrm>
            <a:off x="0" y="4991974"/>
            <a:ext cx="12192000" cy="1909138"/>
            <a:chOff x="0" y="4948862"/>
            <a:chExt cx="12192000" cy="1909138"/>
          </a:xfrm>
        </p:grpSpPr>
        <p:sp>
          <p:nvSpPr>
            <p:cNvPr id="5" name="Freeform: Shape 4">
              <a:extLst>
                <a:ext uri="{FF2B5EF4-FFF2-40B4-BE49-F238E27FC236}">
                  <a16:creationId xmlns:a16="http://schemas.microsoft.com/office/drawing/2014/main" id="{6F6CCE7F-25BD-E5A2-F28B-64846FA8DFF3}"/>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F3866DDA-3955-EBB3-9B57-AD6B1225C89E}"/>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 name="Group 10">
            <a:extLst>
              <a:ext uri="{FF2B5EF4-FFF2-40B4-BE49-F238E27FC236}">
                <a16:creationId xmlns:a16="http://schemas.microsoft.com/office/drawing/2014/main" id="{4DF91835-E6C1-61A8-27EB-F4B529B17A49}"/>
              </a:ext>
            </a:extLst>
          </p:cNvPr>
          <p:cNvGrpSpPr/>
          <p:nvPr/>
        </p:nvGrpSpPr>
        <p:grpSpPr>
          <a:xfrm>
            <a:off x="7530079" y="486004"/>
            <a:ext cx="4185671" cy="847496"/>
            <a:chOff x="7530079" y="486004"/>
            <a:chExt cx="4185671" cy="847496"/>
          </a:xfrm>
        </p:grpSpPr>
        <p:pic>
          <p:nvPicPr>
            <p:cNvPr id="9" name="Picture 8" descr="Logo">
              <a:extLst>
                <a:ext uri="{FF2B5EF4-FFF2-40B4-BE49-F238E27FC236}">
                  <a16:creationId xmlns:a16="http://schemas.microsoft.com/office/drawing/2014/main" id="{D6E2A546-49C5-F973-9ADD-D3D2513E52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0" name="Picture 9" descr="Logo&#10;&#10;Description automatically generated">
              <a:extLst>
                <a:ext uri="{FF2B5EF4-FFF2-40B4-BE49-F238E27FC236}">
                  <a16:creationId xmlns:a16="http://schemas.microsoft.com/office/drawing/2014/main" id="{F03E6BA7-4D80-EAA2-5513-279B8618B5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sp>
        <p:nvSpPr>
          <p:cNvPr id="7" name="Content Placeholder 6">
            <a:extLst>
              <a:ext uri="{FF2B5EF4-FFF2-40B4-BE49-F238E27FC236}">
                <a16:creationId xmlns:a16="http://schemas.microsoft.com/office/drawing/2014/main" id="{9CF5A7D5-394A-6620-D691-97A34F78FEF9}"/>
              </a:ext>
            </a:extLst>
          </p:cNvPr>
          <p:cNvSpPr>
            <a:spLocks noGrp="1"/>
          </p:cNvSpPr>
          <p:nvPr>
            <p:ph idx="1"/>
          </p:nvPr>
        </p:nvSpPr>
        <p:spPr>
          <a:xfrm>
            <a:off x="476250" y="2109641"/>
            <a:ext cx="11239500" cy="1472285"/>
          </a:xfrm>
        </p:spPr>
        <p:txBody>
          <a:bodyPr>
            <a:normAutofit/>
          </a:bodyPr>
          <a:lstStyle/>
          <a:p>
            <a:r>
              <a:rPr lang="en-US" sz="2400" dirty="0"/>
              <a:t>The project involved data analysis, data preparation, model training and evaluation.</a:t>
            </a:r>
          </a:p>
          <a:p>
            <a:r>
              <a:rPr lang="en-US" sz="2400" dirty="0"/>
              <a:t>The project has been developed by incorporating ethical considerations, including protecting sensitive data.</a:t>
            </a:r>
          </a:p>
          <a:p>
            <a:endParaRPr lang="en-IN" sz="2400" dirty="0">
              <a:cs typeface="Times New Roman" panose="02020603050405020304" pitchFamily="18" charset="0"/>
            </a:endParaRPr>
          </a:p>
        </p:txBody>
      </p:sp>
    </p:spTree>
    <p:extLst>
      <p:ext uri="{BB962C8B-B14F-4D97-AF65-F5344CB8AC3E}">
        <p14:creationId xmlns:p14="http://schemas.microsoft.com/office/powerpoint/2010/main" val="3337122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22E67-BEBB-5A79-310E-10F3FB4ADBAE}"/>
              </a:ext>
            </a:extLst>
          </p:cNvPr>
          <p:cNvSpPr>
            <a:spLocks noGrp="1"/>
          </p:cNvSpPr>
          <p:nvPr>
            <p:ph type="title"/>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What about D</a:t>
            </a:r>
            <a:r>
              <a:rPr kumimoji="0" lang="en-CA" sz="3600" b="1" i="0" u="none" strike="noStrike" kern="1200" cap="none" spc="0" normalizeH="0" baseline="0" noProof="0" dirty="0" err="1">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ata</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sp>
        <p:nvSpPr>
          <p:cNvPr id="7" name="Content Placeholder 6">
            <a:extLst>
              <a:ext uri="{FF2B5EF4-FFF2-40B4-BE49-F238E27FC236}">
                <a16:creationId xmlns:a16="http://schemas.microsoft.com/office/drawing/2014/main" id="{9CF5A7D5-394A-6620-D691-97A34F78FEF9}"/>
              </a:ext>
            </a:extLst>
          </p:cNvPr>
          <p:cNvSpPr>
            <a:spLocks noGrp="1"/>
          </p:cNvSpPr>
          <p:nvPr>
            <p:ph idx="1"/>
          </p:nvPr>
        </p:nvSpPr>
        <p:spPr>
          <a:xfrm>
            <a:off x="476250" y="1945166"/>
            <a:ext cx="11239500" cy="3207005"/>
          </a:xfrm>
        </p:spPr>
        <p:txBody>
          <a:bodyPr>
            <a:normAutofit/>
          </a:bodyPr>
          <a:lstStyle/>
          <a:p>
            <a:r>
              <a:rPr lang="en-US" sz="2400" dirty="0"/>
              <a:t>The data was provided by Simcoe County Health and Emergency Services.</a:t>
            </a:r>
          </a:p>
          <a:p>
            <a:r>
              <a:rPr lang="en-US" sz="2400" dirty="0"/>
              <a:t>The data covers a period of time from 2015 to 2022.</a:t>
            </a:r>
          </a:p>
          <a:p>
            <a:r>
              <a:rPr lang="en-US" sz="2400" dirty="0"/>
              <a:t>The data includes various types of information such as geographic, emergency calls, priorities and time.</a:t>
            </a:r>
          </a:p>
          <a:p>
            <a:r>
              <a:rPr lang="en-US" sz="2400" dirty="0"/>
              <a:t>The data provided was raw, so it has been preprocessed and cleaned before using it for model training.</a:t>
            </a:r>
          </a:p>
          <a:p>
            <a:endParaRPr lang="en-US" sz="2400" dirty="0"/>
          </a:p>
          <a:p>
            <a:endParaRPr lang="en-US" sz="2400" dirty="0"/>
          </a:p>
        </p:txBody>
      </p:sp>
      <p:grpSp>
        <p:nvGrpSpPr>
          <p:cNvPr id="4" name="Group 3">
            <a:extLst>
              <a:ext uri="{FF2B5EF4-FFF2-40B4-BE49-F238E27FC236}">
                <a16:creationId xmlns:a16="http://schemas.microsoft.com/office/drawing/2014/main" id="{8342B910-D764-1B81-2AF3-18A89B5C1CA1}"/>
              </a:ext>
            </a:extLst>
          </p:cNvPr>
          <p:cNvGrpSpPr/>
          <p:nvPr/>
        </p:nvGrpSpPr>
        <p:grpSpPr>
          <a:xfrm>
            <a:off x="0" y="4955347"/>
            <a:ext cx="12192000" cy="1909138"/>
            <a:chOff x="0" y="4948862"/>
            <a:chExt cx="12192000" cy="1909138"/>
          </a:xfrm>
        </p:grpSpPr>
        <p:sp>
          <p:nvSpPr>
            <p:cNvPr id="5" name="Freeform: Shape 4">
              <a:extLst>
                <a:ext uri="{FF2B5EF4-FFF2-40B4-BE49-F238E27FC236}">
                  <a16:creationId xmlns:a16="http://schemas.microsoft.com/office/drawing/2014/main" id="{6F6CCE7F-25BD-E5A2-F28B-64846FA8DFF3}"/>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F3866DDA-3955-EBB3-9B57-AD6B1225C89E}"/>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 name="Group 10">
            <a:extLst>
              <a:ext uri="{FF2B5EF4-FFF2-40B4-BE49-F238E27FC236}">
                <a16:creationId xmlns:a16="http://schemas.microsoft.com/office/drawing/2014/main" id="{4DF91835-E6C1-61A8-27EB-F4B529B17A49}"/>
              </a:ext>
            </a:extLst>
          </p:cNvPr>
          <p:cNvGrpSpPr/>
          <p:nvPr/>
        </p:nvGrpSpPr>
        <p:grpSpPr>
          <a:xfrm>
            <a:off x="7530079" y="486004"/>
            <a:ext cx="4185671" cy="847496"/>
            <a:chOff x="7530079" y="486004"/>
            <a:chExt cx="4185671" cy="847496"/>
          </a:xfrm>
        </p:grpSpPr>
        <p:pic>
          <p:nvPicPr>
            <p:cNvPr id="9" name="Picture 8" descr="Logo">
              <a:extLst>
                <a:ext uri="{FF2B5EF4-FFF2-40B4-BE49-F238E27FC236}">
                  <a16:creationId xmlns:a16="http://schemas.microsoft.com/office/drawing/2014/main" id="{D6E2A546-49C5-F973-9ADD-D3D2513E52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0" name="Picture 9" descr="Logo&#10;&#10;Description automatically generated">
              <a:extLst>
                <a:ext uri="{FF2B5EF4-FFF2-40B4-BE49-F238E27FC236}">
                  <a16:creationId xmlns:a16="http://schemas.microsoft.com/office/drawing/2014/main" id="{F03E6BA7-4D80-EAA2-5513-279B8618B5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8" name="Picture 7" descr="Icon">
            <a:extLst>
              <a:ext uri="{FF2B5EF4-FFF2-40B4-BE49-F238E27FC236}">
                <a16:creationId xmlns:a16="http://schemas.microsoft.com/office/drawing/2014/main" id="{8F2C8B21-2883-CF21-A3D0-64110274EB9C}"/>
              </a:ext>
            </a:extLst>
          </p:cNvPr>
          <p:cNvPicPr>
            <a:picLocks noChangeAspect="1"/>
          </p:cNvPicPr>
          <p:nvPr/>
        </p:nvPicPr>
        <p:blipFill>
          <a:blip r:embed="rId5">
            <a:alphaModFix amt="85000"/>
            <a:lum bright="70000" contrast="-70000"/>
            <a:extLst>
              <a:ext uri="{BEBA8EAE-BF5A-486C-A8C5-ECC9F3942E4B}">
                <a14:imgProps xmlns:a14="http://schemas.microsoft.com/office/drawing/2010/main">
                  <a14:imgLayer r:embed="rId6">
                    <a14:imgEffect>
                      <a14:backgroundRemoval t="2600" b="99000" l="10000" r="90000">
                        <a14:foregroundMark x1="41778" y1="9400" x2="41778" y2="9400"/>
                        <a14:foregroundMark x1="41778" y1="9400" x2="41778" y2="9400"/>
                        <a14:foregroundMark x1="51222" y1="2600" x2="51222" y2="2600"/>
                        <a14:foregroundMark x1="46444" y1="92800" x2="46444" y2="92800"/>
                        <a14:foregroundMark x1="48222" y1="99000" x2="48222" y2="99000"/>
                      </a14:backgroundRemoval>
                    </a14:imgEffect>
                    <a14:imgEffect>
                      <a14:sharpenSoften amount="-25000"/>
                    </a14:imgEffect>
                  </a14:imgLayer>
                </a14:imgProps>
              </a:ext>
              <a:ext uri="{28A0092B-C50C-407E-A947-70E740481C1C}">
                <a14:useLocalDpi xmlns:a14="http://schemas.microsoft.com/office/drawing/2010/main" val="0"/>
              </a:ext>
            </a:extLst>
          </a:blip>
          <a:stretch>
            <a:fillRect/>
          </a:stretch>
        </p:blipFill>
        <p:spPr>
          <a:xfrm>
            <a:off x="4567238" y="4497503"/>
            <a:ext cx="3057523" cy="1698624"/>
          </a:xfrm>
          <a:prstGeom prst="rect">
            <a:avLst/>
          </a:prstGeom>
        </p:spPr>
      </p:pic>
    </p:spTree>
    <p:extLst>
      <p:ext uri="{BB962C8B-B14F-4D97-AF65-F5344CB8AC3E}">
        <p14:creationId xmlns:p14="http://schemas.microsoft.com/office/powerpoint/2010/main" val="3267385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54136"/>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Team Profiles</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sp>
        <p:nvSpPr>
          <p:cNvPr id="28" name="Rectangle: Rounded Corners 27">
            <a:extLst>
              <a:ext uri="{FF2B5EF4-FFF2-40B4-BE49-F238E27FC236}">
                <a16:creationId xmlns:a16="http://schemas.microsoft.com/office/drawing/2014/main" id="{2FC7B2F8-252E-5785-A8B3-C9472058C287}"/>
              </a:ext>
            </a:extLst>
          </p:cNvPr>
          <p:cNvSpPr/>
          <p:nvPr/>
        </p:nvSpPr>
        <p:spPr>
          <a:xfrm>
            <a:off x="1" y="5940271"/>
            <a:ext cx="12192000" cy="1206316"/>
          </a:xfrm>
          <a:prstGeom prst="roundRect">
            <a:avLst/>
          </a:prstGeom>
          <a:solidFill>
            <a:srgbClr val="74BDE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27" name="Picture 26" descr="A person in a leather jacket&#10;&#10;Description automatically generated with medium confidence">
            <a:extLst>
              <a:ext uri="{FF2B5EF4-FFF2-40B4-BE49-F238E27FC236}">
                <a16:creationId xmlns:a16="http://schemas.microsoft.com/office/drawing/2014/main" id="{DD186989-605A-7C66-5313-0A030FCB77EB}"/>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l="24035" t="22849" r="39963" b="37953"/>
          <a:stretch/>
        </p:blipFill>
        <p:spPr>
          <a:xfrm>
            <a:off x="7817088" y="3043998"/>
            <a:ext cx="3478845" cy="5050255"/>
          </a:xfrm>
          <a:prstGeom prst="rect">
            <a:avLst/>
          </a:prstGeom>
          <a:effectLst>
            <a:outerShdw blurRad="50800" dist="38100" algn="l" rotWithShape="0">
              <a:prstClr val="black">
                <a:alpha val="40000"/>
              </a:prstClr>
            </a:outerShdw>
          </a:effectLst>
        </p:spPr>
      </p:pic>
      <p:sp>
        <p:nvSpPr>
          <p:cNvPr id="29" name="Rectangle: Rounded Corners 28">
            <a:extLst>
              <a:ext uri="{FF2B5EF4-FFF2-40B4-BE49-F238E27FC236}">
                <a16:creationId xmlns:a16="http://schemas.microsoft.com/office/drawing/2014/main" id="{E91A9AAB-D71B-79EA-9ABF-83F2AC522A76}"/>
              </a:ext>
            </a:extLst>
          </p:cNvPr>
          <p:cNvSpPr/>
          <p:nvPr/>
        </p:nvSpPr>
        <p:spPr>
          <a:xfrm>
            <a:off x="3574486" y="5738876"/>
            <a:ext cx="3280271" cy="532995"/>
          </a:xfrm>
          <a:prstGeom prst="roundRect">
            <a:avLst>
              <a:gd name="adj" fmla="val 50000"/>
            </a:avLst>
          </a:prstGeom>
          <a:solidFill>
            <a:schemeClr val="bg1"/>
          </a:solidFill>
          <a:ln>
            <a:noFill/>
          </a:ln>
          <a:effectLst>
            <a:outerShdw blurRad="635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Ins="540000" rtlCol="0" anchor="ctr"/>
          <a:lstStyle/>
          <a:p>
            <a:pPr algn="ctr" defTabSz="895350"/>
            <a:r>
              <a:rPr lang="en-US" sz="1400" b="1" dirty="0">
                <a:solidFill>
                  <a:schemeClr val="tx1"/>
                </a:solidFill>
              </a:rPr>
              <a:t>          Jay Sureshbhai Mangukiya</a:t>
            </a:r>
          </a:p>
        </p:txBody>
      </p:sp>
      <p:sp>
        <p:nvSpPr>
          <p:cNvPr id="31" name="TextBox 30">
            <a:extLst>
              <a:ext uri="{FF2B5EF4-FFF2-40B4-BE49-F238E27FC236}">
                <a16:creationId xmlns:a16="http://schemas.microsoft.com/office/drawing/2014/main" id="{5EA76262-7B1E-D9A8-9BAF-CB394488B1C9}"/>
              </a:ext>
            </a:extLst>
          </p:cNvPr>
          <p:cNvSpPr txBox="1"/>
          <p:nvPr/>
        </p:nvSpPr>
        <p:spPr>
          <a:xfrm>
            <a:off x="476250" y="1903864"/>
            <a:ext cx="7558797" cy="4247317"/>
          </a:xfrm>
          <a:prstGeom prst="rect">
            <a:avLst/>
          </a:prstGeom>
          <a:noFill/>
        </p:spPr>
        <p:txBody>
          <a:bodyPr wrap="square" rtlCol="0">
            <a:spAutoFit/>
          </a:bodyPr>
          <a:lstStyle/>
          <a:p>
            <a:pPr marL="285750" indent="-285750">
              <a:buFont typeface="Arial" panose="020B0604020202020204" pitchFamily="34" charset="0"/>
              <a:buChar char="•"/>
            </a:pPr>
            <a:r>
              <a:rPr lang="en-CA" dirty="0"/>
              <a:t>Education</a:t>
            </a:r>
          </a:p>
          <a:p>
            <a:pPr marL="742950" lvl="1" indent="-285750">
              <a:buFont typeface="Arial" panose="020B0604020202020204" pitchFamily="34" charset="0"/>
              <a:buChar char="•"/>
            </a:pPr>
            <a:r>
              <a:rPr lang="en-CA" dirty="0"/>
              <a:t>Bachelors in Computer Application (St. Xavier’s College, Ahmedabad)</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Experience</a:t>
            </a:r>
          </a:p>
          <a:p>
            <a:pPr marL="742950" lvl="1" indent="-285750">
              <a:buFont typeface="Arial" panose="020B0604020202020204" pitchFamily="34" charset="0"/>
              <a:buChar char="•"/>
            </a:pPr>
            <a:r>
              <a:rPr lang="en-CA" dirty="0"/>
              <a:t>Django Developer Intern (</a:t>
            </a:r>
            <a:r>
              <a:rPr lang="en-CA" dirty="0" err="1"/>
              <a:t>Silverwing</a:t>
            </a:r>
            <a:r>
              <a:rPr lang="en-CA" dirty="0"/>
              <a:t> Technologies Pvt. Ltd.) (6 months)</a:t>
            </a:r>
          </a:p>
          <a:p>
            <a:pPr marL="742950" lvl="1"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Skills</a:t>
            </a:r>
          </a:p>
          <a:p>
            <a:pPr marL="742950" lvl="1" indent="-285750">
              <a:buFont typeface="Arial" panose="020B0604020202020204" pitchFamily="34" charset="0"/>
              <a:buChar char="•"/>
            </a:pPr>
            <a:r>
              <a:rPr lang="en-CA" dirty="0"/>
              <a:t>Python, MySQL, Django, Data Analytics, Power BI, Conversational AI, Git, Linux, Machine Learning</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LinkedIn</a:t>
            </a:r>
          </a:p>
          <a:p>
            <a:pPr marL="742950" lvl="1" indent="-285750">
              <a:buFont typeface="Arial" panose="020B0604020202020204" pitchFamily="34" charset="0"/>
              <a:buChar char="•"/>
            </a:pPr>
            <a:r>
              <a:rPr lang="en-CA" dirty="0">
                <a:hlinkClick r:id="rId5"/>
              </a:rPr>
              <a:t>https://www.linkedin.com/in/jay-mangukiya-41b38117a/</a:t>
            </a:r>
            <a:endParaRPr lang="en-CA" dirty="0"/>
          </a:p>
          <a:p>
            <a:pPr marL="742950" lvl="1" indent="-285750">
              <a:buFont typeface="Arial" panose="020B0604020202020204" pitchFamily="34" charset="0"/>
              <a:buChar char="•"/>
            </a:pPr>
            <a:endParaRPr lang="en-CA" dirty="0"/>
          </a:p>
          <a:p>
            <a:pPr lvl="1"/>
            <a:endParaRPr lang="en-CA" dirty="0"/>
          </a:p>
          <a:p>
            <a:pPr marL="742950" lvl="1" indent="-285750">
              <a:buFont typeface="Arial" panose="020B0604020202020204" pitchFamily="34" charset="0"/>
              <a:buChar char="•"/>
            </a:pPr>
            <a:endParaRPr lang="en-CA" dirty="0"/>
          </a:p>
        </p:txBody>
      </p:sp>
      <p:grpSp>
        <p:nvGrpSpPr>
          <p:cNvPr id="34" name="Group 33">
            <a:extLst>
              <a:ext uri="{FF2B5EF4-FFF2-40B4-BE49-F238E27FC236}">
                <a16:creationId xmlns:a16="http://schemas.microsoft.com/office/drawing/2014/main" id="{78223F2A-2C2B-E071-24A9-B4E2F6115B1E}"/>
              </a:ext>
            </a:extLst>
          </p:cNvPr>
          <p:cNvGrpSpPr/>
          <p:nvPr/>
        </p:nvGrpSpPr>
        <p:grpSpPr>
          <a:xfrm>
            <a:off x="7530079" y="486004"/>
            <a:ext cx="4185671" cy="847496"/>
            <a:chOff x="7530079" y="486004"/>
            <a:chExt cx="4185671" cy="847496"/>
          </a:xfrm>
        </p:grpSpPr>
        <p:pic>
          <p:nvPicPr>
            <p:cNvPr id="35" name="Picture 34" descr="Logo">
              <a:extLst>
                <a:ext uri="{FF2B5EF4-FFF2-40B4-BE49-F238E27FC236}">
                  <a16:creationId xmlns:a16="http://schemas.microsoft.com/office/drawing/2014/main" id="{3A70247F-74BB-977A-0563-680CA57898C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36" name="Picture 35" descr="Logo&#10;&#10;Description automatically generated">
              <a:extLst>
                <a:ext uri="{FF2B5EF4-FFF2-40B4-BE49-F238E27FC236}">
                  <a16:creationId xmlns:a16="http://schemas.microsoft.com/office/drawing/2014/main" id="{18F7129F-0BF9-FE75-C04F-F2BDF3D5E3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spTree>
    <p:extLst>
      <p:ext uri="{BB962C8B-B14F-4D97-AF65-F5344CB8AC3E}">
        <p14:creationId xmlns:p14="http://schemas.microsoft.com/office/powerpoint/2010/main" val="2509749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54136"/>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Team Profiles</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aphicFrame>
        <p:nvGraphicFramePr>
          <p:cNvPr id="14" name="Table 14">
            <a:extLst>
              <a:ext uri="{FF2B5EF4-FFF2-40B4-BE49-F238E27FC236}">
                <a16:creationId xmlns:a16="http://schemas.microsoft.com/office/drawing/2014/main" id="{61E1EB0A-9D61-F35B-6A4D-13FC176091BD}"/>
              </a:ext>
            </a:extLst>
          </p:cNvPr>
          <p:cNvGraphicFramePr>
            <a:graphicFrameLocks noGrp="1"/>
          </p:cNvGraphicFramePr>
          <p:nvPr>
            <p:extLst>
              <p:ext uri="{D42A27DB-BD31-4B8C-83A1-F6EECF244321}">
                <p14:modId xmlns:p14="http://schemas.microsoft.com/office/powerpoint/2010/main" val="2818685980"/>
              </p:ext>
            </p:extLst>
          </p:nvPr>
        </p:nvGraphicFramePr>
        <p:xfrm>
          <a:off x="476249" y="1475037"/>
          <a:ext cx="11239500" cy="5162829"/>
        </p:xfrm>
        <a:graphic>
          <a:graphicData uri="http://schemas.openxmlformats.org/drawingml/2006/table">
            <a:tbl>
              <a:tblPr firstRow="1" bandRow="1">
                <a:tableStyleId>{2D5ABB26-0587-4C30-8999-92F81FD0307C}</a:tableStyleId>
              </a:tblPr>
              <a:tblGrid>
                <a:gridCol w="2901951">
                  <a:extLst>
                    <a:ext uri="{9D8B030D-6E8A-4147-A177-3AD203B41FA5}">
                      <a16:colId xmlns:a16="http://schemas.microsoft.com/office/drawing/2014/main" val="1198928653"/>
                    </a:ext>
                  </a:extLst>
                </a:gridCol>
                <a:gridCol w="8337549">
                  <a:extLst>
                    <a:ext uri="{9D8B030D-6E8A-4147-A177-3AD203B41FA5}">
                      <a16:colId xmlns:a16="http://schemas.microsoft.com/office/drawing/2014/main" val="3582403122"/>
                    </a:ext>
                  </a:extLst>
                </a:gridCol>
              </a:tblGrid>
              <a:tr h="1720943">
                <a:tc>
                  <a:txBody>
                    <a:bodyPr/>
                    <a:lstStyle/>
                    <a:p>
                      <a:endParaRPr lang="en-CA" dirty="0"/>
                    </a:p>
                  </a:txBody>
                  <a:tcPr/>
                </a:tc>
                <a:tc>
                  <a:txBody>
                    <a:bodyPr/>
                    <a:lstStyle/>
                    <a:p>
                      <a:endParaRPr lang="en-CA" dirty="0"/>
                    </a:p>
                  </a:txBody>
                  <a:tcPr/>
                </a:tc>
                <a:extLst>
                  <a:ext uri="{0D108BD9-81ED-4DB2-BD59-A6C34878D82A}">
                    <a16:rowId xmlns:a16="http://schemas.microsoft.com/office/drawing/2014/main" val="1610658943"/>
                  </a:ext>
                </a:extLst>
              </a:tr>
              <a:tr h="1720943">
                <a:tc>
                  <a:txBody>
                    <a:bodyPr/>
                    <a:lstStyle/>
                    <a:p>
                      <a:endParaRPr lang="en-CA" dirty="0"/>
                    </a:p>
                  </a:txBody>
                  <a:tcPr/>
                </a:tc>
                <a:tc>
                  <a:txBody>
                    <a:bodyPr/>
                    <a:lstStyle/>
                    <a:p>
                      <a:endParaRPr lang="en-CA" dirty="0"/>
                    </a:p>
                  </a:txBody>
                  <a:tcPr/>
                </a:tc>
                <a:extLst>
                  <a:ext uri="{0D108BD9-81ED-4DB2-BD59-A6C34878D82A}">
                    <a16:rowId xmlns:a16="http://schemas.microsoft.com/office/drawing/2014/main" val="4205975507"/>
                  </a:ext>
                </a:extLst>
              </a:tr>
              <a:tr h="1720943">
                <a:tc>
                  <a:txBody>
                    <a:bodyPr/>
                    <a:lstStyle/>
                    <a:p>
                      <a:endParaRPr lang="en-CA" dirty="0"/>
                    </a:p>
                  </a:txBody>
                  <a:tcPr/>
                </a:tc>
                <a:tc>
                  <a:txBody>
                    <a:bodyPr/>
                    <a:lstStyle/>
                    <a:p>
                      <a:endParaRPr lang="en-CA" dirty="0"/>
                    </a:p>
                  </a:txBody>
                  <a:tcPr/>
                </a:tc>
                <a:extLst>
                  <a:ext uri="{0D108BD9-81ED-4DB2-BD59-A6C34878D82A}">
                    <a16:rowId xmlns:a16="http://schemas.microsoft.com/office/drawing/2014/main" val="201144298"/>
                  </a:ext>
                </a:extLst>
              </a:tr>
            </a:tbl>
          </a:graphicData>
        </a:graphic>
      </p:graphicFrame>
      <p:sp>
        <p:nvSpPr>
          <p:cNvPr id="3" name="Rectangle: Rounded Corners 2">
            <a:extLst>
              <a:ext uri="{FF2B5EF4-FFF2-40B4-BE49-F238E27FC236}">
                <a16:creationId xmlns:a16="http://schemas.microsoft.com/office/drawing/2014/main" id="{2DE1447B-5647-A50D-0806-A489FAE6C2CE}"/>
              </a:ext>
            </a:extLst>
          </p:cNvPr>
          <p:cNvSpPr/>
          <p:nvPr/>
        </p:nvSpPr>
        <p:spPr>
          <a:xfrm>
            <a:off x="1" y="5940271"/>
            <a:ext cx="12192000" cy="1092752"/>
          </a:xfrm>
          <a:prstGeom prst="roundRect">
            <a:avLst/>
          </a:prstGeom>
          <a:solidFill>
            <a:srgbClr val="74BDE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Rounded Corners 7">
            <a:extLst>
              <a:ext uri="{FF2B5EF4-FFF2-40B4-BE49-F238E27FC236}">
                <a16:creationId xmlns:a16="http://schemas.microsoft.com/office/drawing/2014/main" id="{B811854D-5AFE-8F0C-DE17-1BEE1D9CAFA5}"/>
              </a:ext>
            </a:extLst>
          </p:cNvPr>
          <p:cNvSpPr/>
          <p:nvPr/>
        </p:nvSpPr>
        <p:spPr>
          <a:xfrm>
            <a:off x="3574486" y="5738876"/>
            <a:ext cx="3280271" cy="532995"/>
          </a:xfrm>
          <a:prstGeom prst="roundRect">
            <a:avLst>
              <a:gd name="adj" fmla="val 50000"/>
            </a:avLst>
          </a:prstGeom>
          <a:solidFill>
            <a:schemeClr val="bg1"/>
          </a:solidFill>
          <a:ln>
            <a:noFill/>
          </a:ln>
          <a:effectLst>
            <a:outerShdw blurRad="635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Ins="540000" rtlCol="0" anchor="ctr"/>
          <a:lstStyle/>
          <a:p>
            <a:pPr algn="ctr" defTabSz="895350"/>
            <a:r>
              <a:rPr lang="en-US" sz="1400" b="1" dirty="0">
                <a:solidFill>
                  <a:schemeClr val="tx1"/>
                </a:solidFill>
              </a:rPr>
              <a:t>             Nisha </a:t>
            </a:r>
            <a:r>
              <a:rPr lang="en-US" sz="1400" b="1" dirty="0" err="1">
                <a:solidFill>
                  <a:schemeClr val="tx1"/>
                </a:solidFill>
              </a:rPr>
              <a:t>Siwach</a:t>
            </a:r>
            <a:endParaRPr lang="en-US" sz="1400" b="1" dirty="0">
              <a:solidFill>
                <a:schemeClr val="tx1"/>
              </a:solidFill>
            </a:endParaRPr>
          </a:p>
        </p:txBody>
      </p:sp>
      <p:pic>
        <p:nvPicPr>
          <p:cNvPr id="25" name="Picture 24" descr="A person in a black dress&#10;&#10;Description automatically generated with low confidence">
            <a:extLst>
              <a:ext uri="{FF2B5EF4-FFF2-40B4-BE49-F238E27FC236}">
                <a16:creationId xmlns:a16="http://schemas.microsoft.com/office/drawing/2014/main" id="{B435ED02-76E1-0664-7BAA-7A7854D2821C}"/>
              </a:ext>
            </a:extLst>
          </p:cNvPr>
          <p:cNvPicPr>
            <a:picLocks noChangeAspect="1"/>
          </p:cNvPicPr>
          <p:nvPr/>
        </p:nvPicPr>
        <p:blipFill rotWithShape="1">
          <a:blip r:embed="rId3">
            <a:extLst>
              <a:ext uri="{BEBA8EAE-BF5A-486C-A8C5-ECC9F3942E4B}">
                <a14:imgProps xmlns:a14="http://schemas.microsoft.com/office/drawing/2010/main">
                  <a14:imgLayer r:embed="rId4">
                    <a14:imgEffect>
                      <a14:colorTemperature colorTemp="5900"/>
                    </a14:imgEffect>
                  </a14:imgLayer>
                </a14:imgProps>
              </a:ext>
              <a:ext uri="{28A0092B-C50C-407E-A947-70E740481C1C}">
                <a14:useLocalDpi xmlns:a14="http://schemas.microsoft.com/office/drawing/2010/main" val="0"/>
              </a:ext>
            </a:extLst>
          </a:blip>
          <a:srcRect r="2663" b="16865"/>
          <a:stretch/>
        </p:blipFill>
        <p:spPr>
          <a:xfrm rot="21432897">
            <a:off x="6789976" y="1382839"/>
            <a:ext cx="5071709" cy="5701433"/>
          </a:xfrm>
          <a:prstGeom prst="rect">
            <a:avLst/>
          </a:prstGeom>
          <a:effectLst>
            <a:outerShdw blurRad="50800" dist="38100" algn="l" rotWithShape="0">
              <a:prstClr val="black">
                <a:alpha val="40000"/>
              </a:prstClr>
            </a:outerShdw>
          </a:effectLst>
        </p:spPr>
      </p:pic>
      <p:sp>
        <p:nvSpPr>
          <p:cNvPr id="10" name="TextBox 9">
            <a:extLst>
              <a:ext uri="{FF2B5EF4-FFF2-40B4-BE49-F238E27FC236}">
                <a16:creationId xmlns:a16="http://schemas.microsoft.com/office/drawing/2014/main" id="{36FA3FA6-DCD4-1BFB-A626-FE6CE3F3B271}"/>
              </a:ext>
            </a:extLst>
          </p:cNvPr>
          <p:cNvSpPr txBox="1"/>
          <p:nvPr/>
        </p:nvSpPr>
        <p:spPr>
          <a:xfrm>
            <a:off x="474952" y="1185031"/>
            <a:ext cx="7558797" cy="5355312"/>
          </a:xfrm>
          <a:prstGeom prst="rect">
            <a:avLst/>
          </a:prstGeom>
          <a:noFill/>
        </p:spPr>
        <p:txBody>
          <a:bodyPr wrap="square" rtlCol="0">
            <a:spAutoFit/>
          </a:bodyPr>
          <a:lstStyle/>
          <a:p>
            <a:pPr marL="285750" indent="-285750">
              <a:buFont typeface="Arial" panose="020B0604020202020204" pitchFamily="34" charset="0"/>
              <a:buChar char="•"/>
            </a:pPr>
            <a:r>
              <a:rPr lang="en-CA" dirty="0"/>
              <a:t>Education</a:t>
            </a:r>
          </a:p>
          <a:p>
            <a:pPr marL="742950" lvl="1" indent="-285750">
              <a:buFont typeface="Arial" panose="020B0604020202020204" pitchFamily="34" charset="0"/>
              <a:buChar char="•"/>
            </a:pPr>
            <a:r>
              <a:rPr lang="en-CA" dirty="0"/>
              <a:t>Business Analytics (Seneca College)</a:t>
            </a:r>
          </a:p>
          <a:p>
            <a:pPr marL="742950" lvl="1" indent="-285750">
              <a:buFont typeface="Arial" panose="020B0604020202020204" pitchFamily="34" charset="0"/>
              <a:buChar char="•"/>
            </a:pPr>
            <a:r>
              <a:rPr lang="en-CA" dirty="0"/>
              <a:t>Master in Mathematics (</a:t>
            </a:r>
            <a:r>
              <a:rPr lang="en-CA" dirty="0" err="1"/>
              <a:t>Banasthali</a:t>
            </a:r>
            <a:r>
              <a:rPr lang="en-CA" dirty="0"/>
              <a:t> </a:t>
            </a:r>
            <a:r>
              <a:rPr lang="en-CA" dirty="0" err="1"/>
              <a:t>Vidhyapith</a:t>
            </a:r>
            <a:r>
              <a:rPr lang="en-CA" dirty="0"/>
              <a:t>, Rajasthan)</a:t>
            </a:r>
          </a:p>
          <a:p>
            <a:pPr lvl="1"/>
            <a:endParaRPr lang="en-CA" dirty="0"/>
          </a:p>
          <a:p>
            <a:pPr marL="285750" indent="-285750">
              <a:buFont typeface="Arial" panose="020B0604020202020204" pitchFamily="34" charset="0"/>
              <a:buChar char="•"/>
            </a:pPr>
            <a:r>
              <a:rPr lang="en-CA" dirty="0"/>
              <a:t>Experience</a:t>
            </a:r>
          </a:p>
          <a:p>
            <a:pPr marL="742950" lvl="1" indent="-285750">
              <a:buFont typeface="Arial" panose="020B0604020202020204" pitchFamily="34" charset="0"/>
              <a:buChar char="•"/>
            </a:pPr>
            <a:r>
              <a:rPr lang="en-CA" dirty="0"/>
              <a:t>Plant Operational Intern (</a:t>
            </a:r>
            <a:r>
              <a:rPr lang="en-CA" dirty="0" err="1"/>
              <a:t>Anaergia</a:t>
            </a:r>
            <a:r>
              <a:rPr lang="en-CA" dirty="0"/>
              <a:t>, Ontario) (10 Months)</a:t>
            </a:r>
          </a:p>
          <a:p>
            <a:pPr marL="742950" lvl="1" indent="-285750">
              <a:buFont typeface="Arial" panose="020B0604020202020204" pitchFamily="34" charset="0"/>
              <a:buChar char="•"/>
            </a:pPr>
            <a:r>
              <a:rPr lang="en-CA" dirty="0"/>
              <a:t>BI Technical Consultant (</a:t>
            </a:r>
            <a:r>
              <a:rPr lang="en-CA" dirty="0" err="1"/>
              <a:t>Pragmasys</a:t>
            </a:r>
            <a:r>
              <a:rPr lang="en-CA" dirty="0"/>
              <a:t> Consulting LLP, Haryana) (10 Months)</a:t>
            </a:r>
          </a:p>
          <a:p>
            <a:pPr marL="742950" lvl="1" indent="-285750">
              <a:buFont typeface="Arial" panose="020B0604020202020204" pitchFamily="34" charset="0"/>
              <a:buChar char="•"/>
            </a:pPr>
            <a:r>
              <a:rPr lang="en-CA" dirty="0"/>
              <a:t>Data Analyst (Eaton, India) (1 Year)</a:t>
            </a:r>
          </a:p>
          <a:p>
            <a:pPr marL="742950" lvl="1"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Skills</a:t>
            </a:r>
          </a:p>
          <a:p>
            <a:pPr marL="742950" lvl="1" indent="-285750">
              <a:buFont typeface="Arial" panose="020B0604020202020204" pitchFamily="34" charset="0"/>
              <a:buChar char="•"/>
            </a:pPr>
            <a:r>
              <a:rPr lang="en-CA" dirty="0"/>
              <a:t>Power BI, Python, QlikView, SQL, Mathematics, Tableau, Data Analysis, Machine Learning, Conversational AI</a:t>
            </a:r>
          </a:p>
          <a:p>
            <a:pPr lvl="1"/>
            <a:endParaRPr lang="en-CA" dirty="0"/>
          </a:p>
          <a:p>
            <a:pPr marL="285750" indent="-285750">
              <a:buFont typeface="Arial" panose="020B0604020202020204" pitchFamily="34" charset="0"/>
              <a:buChar char="•"/>
            </a:pPr>
            <a:r>
              <a:rPr lang="en-CA" dirty="0"/>
              <a:t>LinkedIn</a:t>
            </a:r>
          </a:p>
          <a:p>
            <a:pPr marL="742950" lvl="1" indent="-285750">
              <a:buFont typeface="Arial" panose="020B0604020202020204" pitchFamily="34" charset="0"/>
              <a:buChar char="•"/>
            </a:pPr>
            <a:r>
              <a:rPr lang="en-CA" dirty="0">
                <a:hlinkClick r:id="rId5"/>
              </a:rPr>
              <a:t>https://www.linkedin.com/in/nisha-siwach-42416b186/</a:t>
            </a:r>
            <a:endParaRPr lang="en-CA" dirty="0"/>
          </a:p>
          <a:p>
            <a:pPr marL="742950" lvl="1" indent="-285750">
              <a:buFont typeface="Arial" panose="020B0604020202020204" pitchFamily="34" charset="0"/>
              <a:buChar char="•"/>
            </a:pPr>
            <a:endParaRPr lang="en-CA" dirty="0"/>
          </a:p>
          <a:p>
            <a:pPr lvl="1"/>
            <a:endParaRPr lang="en-CA" dirty="0"/>
          </a:p>
          <a:p>
            <a:pPr marL="742950" lvl="1" indent="-285750">
              <a:buFont typeface="Arial" panose="020B0604020202020204" pitchFamily="34" charset="0"/>
              <a:buChar char="•"/>
            </a:pPr>
            <a:endParaRPr lang="en-CA" dirty="0"/>
          </a:p>
        </p:txBody>
      </p:sp>
      <p:grpSp>
        <p:nvGrpSpPr>
          <p:cNvPr id="13" name="Group 12">
            <a:extLst>
              <a:ext uri="{FF2B5EF4-FFF2-40B4-BE49-F238E27FC236}">
                <a16:creationId xmlns:a16="http://schemas.microsoft.com/office/drawing/2014/main" id="{C1D9F1F5-F616-6C50-A9C8-4CC1EDC88B20}"/>
              </a:ext>
            </a:extLst>
          </p:cNvPr>
          <p:cNvGrpSpPr/>
          <p:nvPr/>
        </p:nvGrpSpPr>
        <p:grpSpPr>
          <a:xfrm>
            <a:off x="7530079" y="486004"/>
            <a:ext cx="4185671" cy="847496"/>
            <a:chOff x="7530079" y="486004"/>
            <a:chExt cx="4185671" cy="847496"/>
          </a:xfrm>
        </p:grpSpPr>
        <p:pic>
          <p:nvPicPr>
            <p:cNvPr id="15" name="Picture 14" descr="Logo">
              <a:extLst>
                <a:ext uri="{FF2B5EF4-FFF2-40B4-BE49-F238E27FC236}">
                  <a16:creationId xmlns:a16="http://schemas.microsoft.com/office/drawing/2014/main" id="{EA3CAF74-5CC9-E552-951F-A4D4796D6F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6" name="Picture 15" descr="Logo&#10;&#10;Description automatically generated">
              <a:extLst>
                <a:ext uri="{FF2B5EF4-FFF2-40B4-BE49-F238E27FC236}">
                  <a16:creationId xmlns:a16="http://schemas.microsoft.com/office/drawing/2014/main" id="{D51E2AF3-17D5-0149-C51A-A5073E91C8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spTree>
    <p:extLst>
      <p:ext uri="{BB962C8B-B14F-4D97-AF65-F5344CB8AC3E}">
        <p14:creationId xmlns:p14="http://schemas.microsoft.com/office/powerpoint/2010/main" val="51599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54136"/>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Team Profiles</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aphicFrame>
        <p:nvGraphicFramePr>
          <p:cNvPr id="14" name="Table 14">
            <a:extLst>
              <a:ext uri="{FF2B5EF4-FFF2-40B4-BE49-F238E27FC236}">
                <a16:creationId xmlns:a16="http://schemas.microsoft.com/office/drawing/2014/main" id="{61E1EB0A-9D61-F35B-6A4D-13FC176091BD}"/>
              </a:ext>
            </a:extLst>
          </p:cNvPr>
          <p:cNvGraphicFramePr>
            <a:graphicFrameLocks noGrp="1"/>
          </p:cNvGraphicFramePr>
          <p:nvPr/>
        </p:nvGraphicFramePr>
        <p:xfrm>
          <a:off x="476249" y="1475037"/>
          <a:ext cx="11239500" cy="5162829"/>
        </p:xfrm>
        <a:graphic>
          <a:graphicData uri="http://schemas.openxmlformats.org/drawingml/2006/table">
            <a:tbl>
              <a:tblPr firstRow="1" bandRow="1">
                <a:tableStyleId>{2D5ABB26-0587-4C30-8999-92F81FD0307C}</a:tableStyleId>
              </a:tblPr>
              <a:tblGrid>
                <a:gridCol w="2901951">
                  <a:extLst>
                    <a:ext uri="{9D8B030D-6E8A-4147-A177-3AD203B41FA5}">
                      <a16:colId xmlns:a16="http://schemas.microsoft.com/office/drawing/2014/main" val="1198928653"/>
                    </a:ext>
                  </a:extLst>
                </a:gridCol>
                <a:gridCol w="8337549">
                  <a:extLst>
                    <a:ext uri="{9D8B030D-6E8A-4147-A177-3AD203B41FA5}">
                      <a16:colId xmlns:a16="http://schemas.microsoft.com/office/drawing/2014/main" val="3582403122"/>
                    </a:ext>
                  </a:extLst>
                </a:gridCol>
              </a:tblGrid>
              <a:tr h="1720943">
                <a:tc>
                  <a:txBody>
                    <a:bodyPr/>
                    <a:lstStyle/>
                    <a:p>
                      <a:endParaRPr lang="en-CA" dirty="0"/>
                    </a:p>
                  </a:txBody>
                  <a:tcPr/>
                </a:tc>
                <a:tc>
                  <a:txBody>
                    <a:bodyPr/>
                    <a:lstStyle/>
                    <a:p>
                      <a:endParaRPr lang="en-CA" dirty="0"/>
                    </a:p>
                  </a:txBody>
                  <a:tcPr/>
                </a:tc>
                <a:extLst>
                  <a:ext uri="{0D108BD9-81ED-4DB2-BD59-A6C34878D82A}">
                    <a16:rowId xmlns:a16="http://schemas.microsoft.com/office/drawing/2014/main" val="1610658943"/>
                  </a:ext>
                </a:extLst>
              </a:tr>
              <a:tr h="1720943">
                <a:tc>
                  <a:txBody>
                    <a:bodyPr/>
                    <a:lstStyle/>
                    <a:p>
                      <a:endParaRPr lang="en-CA" dirty="0"/>
                    </a:p>
                  </a:txBody>
                  <a:tcPr/>
                </a:tc>
                <a:tc>
                  <a:txBody>
                    <a:bodyPr/>
                    <a:lstStyle/>
                    <a:p>
                      <a:endParaRPr lang="en-CA" dirty="0"/>
                    </a:p>
                  </a:txBody>
                  <a:tcPr/>
                </a:tc>
                <a:extLst>
                  <a:ext uri="{0D108BD9-81ED-4DB2-BD59-A6C34878D82A}">
                    <a16:rowId xmlns:a16="http://schemas.microsoft.com/office/drawing/2014/main" val="4205975507"/>
                  </a:ext>
                </a:extLst>
              </a:tr>
              <a:tr h="1720943">
                <a:tc>
                  <a:txBody>
                    <a:bodyPr/>
                    <a:lstStyle/>
                    <a:p>
                      <a:endParaRPr lang="en-CA" dirty="0"/>
                    </a:p>
                  </a:txBody>
                  <a:tcPr/>
                </a:tc>
                <a:tc>
                  <a:txBody>
                    <a:bodyPr/>
                    <a:lstStyle/>
                    <a:p>
                      <a:endParaRPr lang="en-CA" dirty="0"/>
                    </a:p>
                  </a:txBody>
                  <a:tcPr/>
                </a:tc>
                <a:extLst>
                  <a:ext uri="{0D108BD9-81ED-4DB2-BD59-A6C34878D82A}">
                    <a16:rowId xmlns:a16="http://schemas.microsoft.com/office/drawing/2014/main" val="201144298"/>
                  </a:ext>
                </a:extLst>
              </a:tr>
            </a:tbl>
          </a:graphicData>
        </a:graphic>
      </p:graphicFrame>
      <p:sp>
        <p:nvSpPr>
          <p:cNvPr id="8" name="Rectangle: Rounded Corners 7">
            <a:extLst>
              <a:ext uri="{FF2B5EF4-FFF2-40B4-BE49-F238E27FC236}">
                <a16:creationId xmlns:a16="http://schemas.microsoft.com/office/drawing/2014/main" id="{FE1DD95C-5289-80C5-B0E4-DD670CD6B42E}"/>
              </a:ext>
            </a:extLst>
          </p:cNvPr>
          <p:cNvSpPr/>
          <p:nvPr/>
        </p:nvSpPr>
        <p:spPr>
          <a:xfrm>
            <a:off x="1" y="5940271"/>
            <a:ext cx="12192000" cy="1154435"/>
          </a:xfrm>
          <a:prstGeom prst="roundRect">
            <a:avLst/>
          </a:prstGeom>
          <a:solidFill>
            <a:srgbClr val="74BDE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Rectangle: Rounded Corners 8">
            <a:extLst>
              <a:ext uri="{FF2B5EF4-FFF2-40B4-BE49-F238E27FC236}">
                <a16:creationId xmlns:a16="http://schemas.microsoft.com/office/drawing/2014/main" id="{D2D99A6C-B371-4D3A-0FEF-1B7C8C1A920E}"/>
              </a:ext>
            </a:extLst>
          </p:cNvPr>
          <p:cNvSpPr/>
          <p:nvPr/>
        </p:nvSpPr>
        <p:spPr>
          <a:xfrm>
            <a:off x="3574486" y="5738876"/>
            <a:ext cx="3280271" cy="532995"/>
          </a:xfrm>
          <a:prstGeom prst="roundRect">
            <a:avLst>
              <a:gd name="adj" fmla="val 50000"/>
            </a:avLst>
          </a:prstGeom>
          <a:solidFill>
            <a:schemeClr val="bg1"/>
          </a:solidFill>
          <a:ln>
            <a:noFill/>
          </a:ln>
          <a:effectLst>
            <a:outerShdw blurRad="635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Ins="540000" rtlCol="0" anchor="ctr"/>
          <a:lstStyle/>
          <a:p>
            <a:pPr algn="ctr" defTabSz="895350"/>
            <a:r>
              <a:rPr lang="en-US" sz="1400" b="1" dirty="0">
                <a:solidFill>
                  <a:schemeClr val="tx1"/>
                </a:solidFill>
              </a:rPr>
              <a:t>               </a:t>
            </a:r>
            <a:r>
              <a:rPr lang="en-US" sz="1400" b="1" dirty="0" err="1">
                <a:solidFill>
                  <a:schemeClr val="tx1"/>
                </a:solidFill>
              </a:rPr>
              <a:t>Akshaykumar</a:t>
            </a:r>
            <a:r>
              <a:rPr lang="en-US" sz="1400" b="1" dirty="0">
                <a:solidFill>
                  <a:schemeClr val="tx1"/>
                </a:solidFill>
              </a:rPr>
              <a:t> </a:t>
            </a:r>
            <a:r>
              <a:rPr lang="en-US" sz="1400" b="1" dirty="0" err="1">
                <a:solidFill>
                  <a:schemeClr val="tx1"/>
                </a:solidFill>
              </a:rPr>
              <a:t>Thakare</a:t>
            </a:r>
            <a:endParaRPr lang="en-US" sz="1400" b="1" dirty="0">
              <a:solidFill>
                <a:schemeClr val="tx1"/>
              </a:solidFill>
            </a:endParaRPr>
          </a:p>
        </p:txBody>
      </p:sp>
      <p:pic>
        <p:nvPicPr>
          <p:cNvPr id="3" name="Picture 2" descr="A person with his hands in his pockets&#10;&#10;Description automatically generated with low confidence">
            <a:extLst>
              <a:ext uri="{FF2B5EF4-FFF2-40B4-BE49-F238E27FC236}">
                <a16:creationId xmlns:a16="http://schemas.microsoft.com/office/drawing/2014/main" id="{07A1E749-6776-969E-2A28-2A65C43EBB05}"/>
              </a:ext>
            </a:extLst>
          </p:cNvPr>
          <p:cNvPicPr>
            <a:picLocks noChangeAspect="1"/>
          </p:cNvPicPr>
          <p:nvPr/>
        </p:nvPicPr>
        <p:blipFill rotWithShape="1">
          <a:blip r:embed="rId3">
            <a:extLst>
              <a:ext uri="{BEBA8EAE-BF5A-486C-A8C5-ECC9F3942E4B}">
                <a14:imgProps xmlns:a14="http://schemas.microsoft.com/office/drawing/2010/main">
                  <a14:imgLayer r:embed="rId4">
                    <a14:imgEffect>
                      <a14:colorTemperature colorTemp="5900"/>
                    </a14:imgEffect>
                  </a14:imgLayer>
                </a14:imgProps>
              </a:ext>
              <a:ext uri="{28A0092B-C50C-407E-A947-70E740481C1C}">
                <a14:useLocalDpi xmlns:a14="http://schemas.microsoft.com/office/drawing/2010/main" val="0"/>
              </a:ext>
            </a:extLst>
          </a:blip>
          <a:srcRect r="1710" b="29352"/>
          <a:stretch/>
        </p:blipFill>
        <p:spPr>
          <a:xfrm>
            <a:off x="7331005" y="2400562"/>
            <a:ext cx="3668143" cy="4457438"/>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ADF88AE1-C5AC-025E-3820-534DAC74720E}"/>
              </a:ext>
            </a:extLst>
          </p:cNvPr>
          <p:cNvSpPr txBox="1"/>
          <p:nvPr/>
        </p:nvSpPr>
        <p:spPr>
          <a:xfrm>
            <a:off x="476248" y="1592256"/>
            <a:ext cx="7558797" cy="4247317"/>
          </a:xfrm>
          <a:prstGeom prst="rect">
            <a:avLst/>
          </a:prstGeom>
          <a:noFill/>
        </p:spPr>
        <p:txBody>
          <a:bodyPr wrap="square" rtlCol="0">
            <a:spAutoFit/>
          </a:bodyPr>
          <a:lstStyle/>
          <a:p>
            <a:pPr marL="285750" indent="-285750">
              <a:buFont typeface="Arial" panose="020B0604020202020204" pitchFamily="34" charset="0"/>
              <a:buChar char="•"/>
            </a:pPr>
            <a:r>
              <a:rPr lang="en-CA" dirty="0"/>
              <a:t>Education</a:t>
            </a:r>
          </a:p>
          <a:p>
            <a:pPr marL="742950" lvl="1" indent="-285750">
              <a:buFont typeface="Arial" panose="020B0604020202020204" pitchFamily="34" charset="0"/>
              <a:buChar char="•"/>
            </a:pPr>
            <a:r>
              <a:rPr lang="en-CA" dirty="0"/>
              <a:t>Bachelors in Computer Application (</a:t>
            </a:r>
            <a:r>
              <a:rPr lang="en-US" dirty="0"/>
              <a:t>Kaveri College of Arts Commerce and Science, Pune</a:t>
            </a:r>
            <a:r>
              <a:rPr lang="en-CA" dirty="0"/>
              <a:t>)</a:t>
            </a:r>
          </a:p>
          <a:p>
            <a:pPr lvl="1"/>
            <a:endParaRPr lang="en-CA" dirty="0"/>
          </a:p>
          <a:p>
            <a:pPr marL="285750" indent="-285750">
              <a:buFont typeface="Arial" panose="020B0604020202020204" pitchFamily="34" charset="0"/>
              <a:buChar char="•"/>
            </a:pPr>
            <a:r>
              <a:rPr lang="en-CA" dirty="0"/>
              <a:t>Skills</a:t>
            </a:r>
          </a:p>
          <a:p>
            <a:pPr marL="742950" lvl="1" indent="-285750">
              <a:buFont typeface="Arial" panose="020B0604020202020204" pitchFamily="34" charset="0"/>
              <a:buChar char="•"/>
            </a:pPr>
            <a:r>
              <a:rPr lang="en-CA" dirty="0"/>
              <a:t>Python, Arduino, Artificial Intelligence, C++, Java, Problem Solving, Analytical Skill</a:t>
            </a:r>
          </a:p>
          <a:p>
            <a:pPr lvl="1"/>
            <a:endParaRPr lang="en-CA" dirty="0"/>
          </a:p>
          <a:p>
            <a:pPr marL="285750" indent="-285750">
              <a:buFont typeface="Arial" panose="020B0604020202020204" pitchFamily="34" charset="0"/>
              <a:buChar char="•"/>
            </a:pPr>
            <a:r>
              <a:rPr lang="en-CA" dirty="0"/>
              <a:t>Obtained Python Programming certification from IIT Bombay Symposium</a:t>
            </a:r>
          </a:p>
          <a:p>
            <a:endParaRPr lang="en-CA" dirty="0"/>
          </a:p>
          <a:p>
            <a:pPr marL="285750" indent="-285750">
              <a:buFont typeface="Arial" panose="020B0604020202020204" pitchFamily="34" charset="0"/>
              <a:buChar char="•"/>
            </a:pPr>
            <a:r>
              <a:rPr lang="en-CA" dirty="0"/>
              <a:t>LinkedIn</a:t>
            </a:r>
          </a:p>
          <a:p>
            <a:pPr marL="742950" lvl="1" indent="-285750">
              <a:buFont typeface="Arial" panose="020B0604020202020204" pitchFamily="34" charset="0"/>
              <a:buChar char="•"/>
            </a:pPr>
            <a:r>
              <a:rPr lang="en-CA" dirty="0">
                <a:hlinkClick r:id="rId5"/>
              </a:rPr>
              <a:t>https://www.linkedin.com/in/akshay-thakare-b0505220a/</a:t>
            </a:r>
            <a:endParaRPr lang="en-CA" dirty="0"/>
          </a:p>
          <a:p>
            <a:pPr marL="742950" lvl="1" indent="-285750">
              <a:buFont typeface="Arial" panose="020B0604020202020204" pitchFamily="34" charset="0"/>
              <a:buChar char="•"/>
            </a:pPr>
            <a:endParaRPr lang="en-CA" dirty="0"/>
          </a:p>
          <a:p>
            <a:pPr lvl="1"/>
            <a:endParaRPr lang="en-CA" dirty="0"/>
          </a:p>
          <a:p>
            <a:pPr marL="742950" lvl="1" indent="-285750">
              <a:buFont typeface="Arial" panose="020B0604020202020204" pitchFamily="34" charset="0"/>
              <a:buChar char="•"/>
            </a:pPr>
            <a:endParaRPr lang="en-CA" dirty="0"/>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spTree>
    <p:extLst>
      <p:ext uri="{BB962C8B-B14F-4D97-AF65-F5344CB8AC3E}">
        <p14:creationId xmlns:p14="http://schemas.microsoft.com/office/powerpoint/2010/main" val="3722413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09903" y="339899"/>
            <a:ext cx="11305847" cy="1033151"/>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SDLC</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aphicFrame>
        <p:nvGraphicFramePr>
          <p:cNvPr id="14" name="Table 14">
            <a:extLst>
              <a:ext uri="{FF2B5EF4-FFF2-40B4-BE49-F238E27FC236}">
                <a16:creationId xmlns:a16="http://schemas.microsoft.com/office/drawing/2014/main" id="{61E1EB0A-9D61-F35B-6A4D-13FC176091BD}"/>
              </a:ext>
            </a:extLst>
          </p:cNvPr>
          <p:cNvGraphicFramePr>
            <a:graphicFrameLocks noGrp="1"/>
          </p:cNvGraphicFramePr>
          <p:nvPr>
            <p:extLst>
              <p:ext uri="{D42A27DB-BD31-4B8C-83A1-F6EECF244321}">
                <p14:modId xmlns:p14="http://schemas.microsoft.com/office/powerpoint/2010/main" val="283989059"/>
              </p:ext>
            </p:extLst>
          </p:nvPr>
        </p:nvGraphicFramePr>
        <p:xfrm>
          <a:off x="489210" y="1494493"/>
          <a:ext cx="11239500" cy="5162829"/>
        </p:xfrm>
        <a:graphic>
          <a:graphicData uri="http://schemas.openxmlformats.org/drawingml/2006/table">
            <a:tbl>
              <a:tblPr firstRow="1" bandRow="1">
                <a:tableStyleId>{2D5ABB26-0587-4C30-8999-92F81FD0307C}</a:tableStyleId>
              </a:tblPr>
              <a:tblGrid>
                <a:gridCol w="2901951">
                  <a:extLst>
                    <a:ext uri="{9D8B030D-6E8A-4147-A177-3AD203B41FA5}">
                      <a16:colId xmlns:a16="http://schemas.microsoft.com/office/drawing/2014/main" val="1198928653"/>
                    </a:ext>
                  </a:extLst>
                </a:gridCol>
                <a:gridCol w="8337549">
                  <a:extLst>
                    <a:ext uri="{9D8B030D-6E8A-4147-A177-3AD203B41FA5}">
                      <a16:colId xmlns:a16="http://schemas.microsoft.com/office/drawing/2014/main" val="3582403122"/>
                    </a:ext>
                  </a:extLst>
                </a:gridCol>
              </a:tblGrid>
              <a:tr h="1720943">
                <a:tc>
                  <a:txBody>
                    <a:bodyPr/>
                    <a:lstStyle/>
                    <a:p>
                      <a:endParaRPr lang="en-CA" dirty="0">
                        <a:latin typeface="+mn-lt"/>
                      </a:endParaRPr>
                    </a:p>
                  </a:txBody>
                  <a:tcPr/>
                </a:tc>
                <a:tc>
                  <a:txBody>
                    <a:bodyPr/>
                    <a:lstStyle/>
                    <a:p>
                      <a:endParaRPr lang="en-CA" dirty="0">
                        <a:latin typeface="+mn-lt"/>
                      </a:endParaRPr>
                    </a:p>
                  </a:txBody>
                  <a:tcPr/>
                </a:tc>
                <a:extLst>
                  <a:ext uri="{0D108BD9-81ED-4DB2-BD59-A6C34878D82A}">
                    <a16:rowId xmlns:a16="http://schemas.microsoft.com/office/drawing/2014/main" val="1610658943"/>
                  </a:ext>
                </a:extLst>
              </a:tr>
              <a:tr h="1720943">
                <a:tc>
                  <a:txBody>
                    <a:bodyPr/>
                    <a:lstStyle/>
                    <a:p>
                      <a:endParaRPr lang="en-CA" dirty="0">
                        <a:latin typeface="+mn-lt"/>
                      </a:endParaRPr>
                    </a:p>
                  </a:txBody>
                  <a:tcPr/>
                </a:tc>
                <a:tc>
                  <a:txBody>
                    <a:bodyPr/>
                    <a:lstStyle/>
                    <a:p>
                      <a:endParaRPr lang="en-CA" dirty="0">
                        <a:latin typeface="+mn-lt"/>
                      </a:endParaRPr>
                    </a:p>
                  </a:txBody>
                  <a:tcPr/>
                </a:tc>
                <a:extLst>
                  <a:ext uri="{0D108BD9-81ED-4DB2-BD59-A6C34878D82A}">
                    <a16:rowId xmlns:a16="http://schemas.microsoft.com/office/drawing/2014/main" val="4205975507"/>
                  </a:ext>
                </a:extLst>
              </a:tr>
              <a:tr h="1720943">
                <a:tc>
                  <a:txBody>
                    <a:bodyPr/>
                    <a:lstStyle/>
                    <a:p>
                      <a:endParaRPr lang="en-CA" dirty="0">
                        <a:latin typeface="+mn-lt"/>
                      </a:endParaRPr>
                    </a:p>
                  </a:txBody>
                  <a:tcPr/>
                </a:tc>
                <a:tc>
                  <a:txBody>
                    <a:bodyPr/>
                    <a:lstStyle/>
                    <a:p>
                      <a:endParaRPr lang="en-CA" dirty="0">
                        <a:latin typeface="+mn-lt"/>
                      </a:endParaRPr>
                    </a:p>
                  </a:txBody>
                  <a:tcPr/>
                </a:tc>
                <a:extLst>
                  <a:ext uri="{0D108BD9-81ED-4DB2-BD59-A6C34878D82A}">
                    <a16:rowId xmlns:a16="http://schemas.microsoft.com/office/drawing/2014/main" val="201144298"/>
                  </a:ext>
                </a:extLst>
              </a:tr>
            </a:tbl>
          </a:graphicData>
        </a:graphic>
      </p:graphicFrame>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grpSp>
        <p:nvGrpSpPr>
          <p:cNvPr id="2" name="Group 1">
            <a:extLst>
              <a:ext uri="{FF2B5EF4-FFF2-40B4-BE49-F238E27FC236}">
                <a16:creationId xmlns:a16="http://schemas.microsoft.com/office/drawing/2014/main" id="{C2486A30-75D2-4C59-A969-3A55C62C408F}"/>
              </a:ext>
            </a:extLst>
          </p:cNvPr>
          <p:cNvGrpSpPr/>
          <p:nvPr/>
        </p:nvGrpSpPr>
        <p:grpSpPr>
          <a:xfrm>
            <a:off x="349219" y="1814010"/>
            <a:ext cx="11493562" cy="4435486"/>
            <a:chOff x="349219" y="1534460"/>
            <a:chExt cx="11493562" cy="4435486"/>
          </a:xfrm>
        </p:grpSpPr>
        <p:grpSp>
          <p:nvGrpSpPr>
            <p:cNvPr id="15" name="Group 14">
              <a:extLst>
                <a:ext uri="{FF2B5EF4-FFF2-40B4-BE49-F238E27FC236}">
                  <a16:creationId xmlns:a16="http://schemas.microsoft.com/office/drawing/2014/main" id="{298BF267-F5E4-452E-A31D-DCE6664F0051}"/>
                </a:ext>
              </a:extLst>
            </p:cNvPr>
            <p:cNvGrpSpPr/>
            <p:nvPr/>
          </p:nvGrpSpPr>
          <p:grpSpPr>
            <a:xfrm>
              <a:off x="3986390" y="1595787"/>
              <a:ext cx="4219222" cy="4218150"/>
              <a:chOff x="1267178" y="2673805"/>
              <a:chExt cx="8939344" cy="8937073"/>
            </a:xfrm>
          </p:grpSpPr>
          <p:sp>
            <p:nvSpPr>
              <p:cNvPr id="42" name="Google Shape;532;p23">
                <a:extLst>
                  <a:ext uri="{FF2B5EF4-FFF2-40B4-BE49-F238E27FC236}">
                    <a16:creationId xmlns:a16="http://schemas.microsoft.com/office/drawing/2014/main" id="{C9EDC99D-41DC-41EC-BAE6-B0A50B40176F}"/>
                  </a:ext>
                </a:extLst>
              </p:cNvPr>
              <p:cNvSpPr/>
              <p:nvPr/>
            </p:nvSpPr>
            <p:spPr>
              <a:xfrm>
                <a:off x="7316051" y="6070620"/>
                <a:ext cx="2856412" cy="5113387"/>
              </a:xfrm>
              <a:custGeom>
                <a:avLst/>
                <a:gdLst/>
                <a:ahLst/>
                <a:cxnLst/>
                <a:rect l="l" t="t" r="r" b="b"/>
                <a:pathLst>
                  <a:path w="248" h="444" extrusionOk="0">
                    <a:moveTo>
                      <a:pt x="248" y="143"/>
                    </a:moveTo>
                    <a:cubicBezTo>
                      <a:pt x="0" y="0"/>
                      <a:pt x="0" y="0"/>
                      <a:pt x="0" y="0"/>
                    </a:cubicBezTo>
                    <a:cubicBezTo>
                      <a:pt x="18" y="27"/>
                      <a:pt x="29" y="60"/>
                      <a:pt x="29" y="93"/>
                    </a:cubicBezTo>
                    <a:cubicBezTo>
                      <a:pt x="29" y="444"/>
                      <a:pt x="29" y="444"/>
                      <a:pt x="29" y="444"/>
                    </a:cubicBezTo>
                    <a:cubicBezTo>
                      <a:pt x="148" y="388"/>
                      <a:pt x="231" y="274"/>
                      <a:pt x="248" y="143"/>
                    </a:cubicBezTo>
                    <a:close/>
                  </a:path>
                </a:pathLst>
              </a:custGeom>
              <a:solidFill>
                <a:schemeClr val="accent4"/>
              </a:solidFill>
              <a:ln>
                <a:noFill/>
              </a:ln>
            </p:spPr>
            <p:txBody>
              <a:bodyPr spcFirstLastPara="1" wrap="square" lIns="182850" tIns="91400" rIns="182850" bIns="9140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828800">
                  <a:buClr>
                    <a:srgbClr val="000000"/>
                  </a:buClr>
                </a:pPr>
                <a:endParaRPr sz="3600" kern="0">
                  <a:solidFill>
                    <a:srgbClr val="000000"/>
                  </a:solidFill>
                  <a:latin typeface="Calibri"/>
                  <a:ea typeface="Calibri"/>
                  <a:cs typeface="Calibri"/>
                  <a:sym typeface="Calibri"/>
                </a:endParaRPr>
              </a:p>
            </p:txBody>
          </p:sp>
          <p:sp>
            <p:nvSpPr>
              <p:cNvPr id="43" name="Google Shape;533;p23">
                <a:extLst>
                  <a:ext uri="{FF2B5EF4-FFF2-40B4-BE49-F238E27FC236}">
                    <a16:creationId xmlns:a16="http://schemas.microsoft.com/office/drawing/2014/main" id="{D38C1549-A41D-4283-961F-05AD5C5E8520}"/>
                  </a:ext>
                </a:extLst>
              </p:cNvPr>
              <p:cNvSpPr/>
              <p:nvPr/>
            </p:nvSpPr>
            <p:spPr>
              <a:xfrm>
                <a:off x="1267178" y="6774506"/>
                <a:ext cx="4609314" cy="3925863"/>
              </a:xfrm>
              <a:custGeom>
                <a:avLst/>
                <a:gdLst/>
                <a:ahLst/>
                <a:cxnLst/>
                <a:rect l="l" t="t" r="r" b="b"/>
                <a:pathLst>
                  <a:path w="400" h="341" extrusionOk="0">
                    <a:moveTo>
                      <a:pt x="152" y="341"/>
                    </a:moveTo>
                    <a:cubicBezTo>
                      <a:pt x="400" y="198"/>
                      <a:pt x="400" y="198"/>
                      <a:pt x="400" y="198"/>
                    </a:cubicBezTo>
                    <a:cubicBezTo>
                      <a:pt x="396" y="198"/>
                      <a:pt x="392" y="198"/>
                      <a:pt x="388" y="198"/>
                    </a:cubicBezTo>
                    <a:cubicBezTo>
                      <a:pt x="358" y="198"/>
                      <a:pt x="329" y="190"/>
                      <a:pt x="303" y="175"/>
                    </a:cubicBezTo>
                    <a:cubicBezTo>
                      <a:pt x="1" y="0"/>
                      <a:pt x="1" y="0"/>
                      <a:pt x="1" y="0"/>
                    </a:cubicBezTo>
                    <a:cubicBezTo>
                      <a:pt x="0" y="11"/>
                      <a:pt x="0" y="22"/>
                      <a:pt x="0" y="32"/>
                    </a:cubicBezTo>
                    <a:cubicBezTo>
                      <a:pt x="0" y="154"/>
                      <a:pt x="55" y="266"/>
                      <a:pt x="152" y="341"/>
                    </a:cubicBezTo>
                    <a:close/>
                  </a:path>
                </a:pathLst>
              </a:custGeom>
              <a:solidFill>
                <a:schemeClr val="accent6"/>
              </a:solidFill>
              <a:ln>
                <a:noFill/>
              </a:ln>
            </p:spPr>
            <p:txBody>
              <a:bodyPr spcFirstLastPara="1" wrap="square" lIns="182850" tIns="91400" rIns="182850" bIns="9140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828800">
                  <a:buClr>
                    <a:srgbClr val="000000"/>
                  </a:buClr>
                </a:pPr>
                <a:endParaRPr sz="3600" kern="0">
                  <a:solidFill>
                    <a:srgbClr val="000000"/>
                  </a:solidFill>
                  <a:latin typeface="Calibri"/>
                  <a:ea typeface="Calibri"/>
                  <a:cs typeface="Calibri"/>
                  <a:sym typeface="Calibri"/>
                </a:endParaRPr>
              </a:p>
            </p:txBody>
          </p:sp>
          <p:sp>
            <p:nvSpPr>
              <p:cNvPr id="44" name="Google Shape;534;p23">
                <a:extLst>
                  <a:ext uri="{FF2B5EF4-FFF2-40B4-BE49-F238E27FC236}">
                    <a16:creationId xmlns:a16="http://schemas.microsoft.com/office/drawing/2014/main" id="{EF0DF2A4-23DA-45C2-97DA-6D08572D7310}"/>
                  </a:ext>
                </a:extLst>
              </p:cNvPr>
              <p:cNvSpPr/>
              <p:nvPr/>
            </p:nvSpPr>
            <p:spPr>
              <a:xfrm>
                <a:off x="4021413" y="2673805"/>
                <a:ext cx="4261912" cy="3639768"/>
              </a:xfrm>
              <a:custGeom>
                <a:avLst/>
                <a:gdLst/>
                <a:ahLst/>
                <a:cxnLst/>
                <a:rect l="l" t="t" r="r" b="b"/>
                <a:pathLst>
                  <a:path w="370" h="316" extrusionOk="0">
                    <a:moveTo>
                      <a:pt x="68" y="243"/>
                    </a:moveTo>
                    <a:cubicBezTo>
                      <a:pt x="370" y="69"/>
                      <a:pt x="370" y="69"/>
                      <a:pt x="370" y="69"/>
                    </a:cubicBezTo>
                    <a:cubicBezTo>
                      <a:pt x="305" y="24"/>
                      <a:pt x="229" y="0"/>
                      <a:pt x="149" y="0"/>
                    </a:cubicBezTo>
                    <a:cubicBezTo>
                      <a:pt x="97" y="0"/>
                      <a:pt x="47" y="10"/>
                      <a:pt x="0" y="29"/>
                    </a:cubicBezTo>
                    <a:cubicBezTo>
                      <a:pt x="0" y="316"/>
                      <a:pt x="0" y="316"/>
                      <a:pt x="0" y="316"/>
                    </a:cubicBezTo>
                    <a:cubicBezTo>
                      <a:pt x="14" y="286"/>
                      <a:pt x="38" y="260"/>
                      <a:pt x="68" y="243"/>
                    </a:cubicBezTo>
                    <a:close/>
                  </a:path>
                </a:pathLst>
              </a:custGeom>
              <a:solidFill>
                <a:schemeClr val="accent2"/>
              </a:solidFill>
              <a:ln>
                <a:noFill/>
              </a:ln>
            </p:spPr>
            <p:txBody>
              <a:bodyPr spcFirstLastPara="1" wrap="square" lIns="182850" tIns="91400" rIns="182850" bIns="9140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828800">
                  <a:buClr>
                    <a:srgbClr val="000000"/>
                  </a:buClr>
                </a:pPr>
                <a:endParaRPr sz="3600" kern="0">
                  <a:solidFill>
                    <a:srgbClr val="000000"/>
                  </a:solidFill>
                  <a:latin typeface="Calibri"/>
                  <a:ea typeface="Calibri"/>
                  <a:cs typeface="Calibri"/>
                  <a:sym typeface="Calibri"/>
                </a:endParaRPr>
              </a:p>
            </p:txBody>
          </p:sp>
          <p:sp>
            <p:nvSpPr>
              <p:cNvPr id="45" name="Google Shape;535;p23">
                <a:extLst>
                  <a:ext uri="{FF2B5EF4-FFF2-40B4-BE49-F238E27FC236}">
                    <a16:creationId xmlns:a16="http://schemas.microsoft.com/office/drawing/2014/main" id="{4EC2B5CA-951B-4A10-B5CB-A4B95D46A940}"/>
                  </a:ext>
                </a:extLst>
              </p:cNvPr>
              <p:cNvSpPr/>
              <p:nvPr/>
            </p:nvSpPr>
            <p:spPr>
              <a:xfrm>
                <a:off x="1301235" y="3100677"/>
                <a:ext cx="2858682" cy="5113387"/>
              </a:xfrm>
              <a:custGeom>
                <a:avLst/>
                <a:gdLst/>
                <a:ahLst/>
                <a:cxnLst/>
                <a:rect l="l" t="t" r="r" b="b"/>
                <a:pathLst>
                  <a:path w="248" h="444" extrusionOk="0">
                    <a:moveTo>
                      <a:pt x="0" y="301"/>
                    </a:moveTo>
                    <a:cubicBezTo>
                      <a:pt x="248" y="444"/>
                      <a:pt x="248" y="444"/>
                      <a:pt x="248" y="444"/>
                    </a:cubicBezTo>
                    <a:cubicBezTo>
                      <a:pt x="230" y="417"/>
                      <a:pt x="219" y="385"/>
                      <a:pt x="219" y="351"/>
                    </a:cubicBezTo>
                    <a:cubicBezTo>
                      <a:pt x="219" y="0"/>
                      <a:pt x="219" y="0"/>
                      <a:pt x="219" y="0"/>
                    </a:cubicBezTo>
                    <a:cubicBezTo>
                      <a:pt x="100" y="56"/>
                      <a:pt x="17" y="170"/>
                      <a:pt x="0" y="301"/>
                    </a:cubicBezTo>
                    <a:close/>
                  </a:path>
                </a:pathLst>
              </a:custGeom>
              <a:solidFill>
                <a:schemeClr val="accent5"/>
              </a:solidFill>
              <a:ln>
                <a:noFill/>
              </a:ln>
            </p:spPr>
            <p:txBody>
              <a:bodyPr spcFirstLastPara="1" wrap="square" lIns="182850" tIns="91400" rIns="182850" bIns="9140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828800">
                  <a:buClr>
                    <a:srgbClr val="000000"/>
                  </a:buClr>
                </a:pPr>
                <a:endParaRPr sz="3600" kern="0">
                  <a:solidFill>
                    <a:srgbClr val="000000"/>
                  </a:solidFill>
                  <a:latin typeface="Calibri"/>
                  <a:ea typeface="Calibri"/>
                  <a:cs typeface="Calibri"/>
                  <a:sym typeface="Calibri"/>
                </a:endParaRPr>
              </a:p>
            </p:txBody>
          </p:sp>
          <p:sp>
            <p:nvSpPr>
              <p:cNvPr id="46" name="Google Shape;536;p23">
                <a:extLst>
                  <a:ext uri="{FF2B5EF4-FFF2-40B4-BE49-F238E27FC236}">
                    <a16:creationId xmlns:a16="http://schemas.microsoft.com/office/drawing/2014/main" id="{336499F5-BFB5-41F1-A2DA-C8768EED9068}"/>
                  </a:ext>
                </a:extLst>
              </p:cNvPr>
              <p:cNvSpPr/>
              <p:nvPr/>
            </p:nvSpPr>
            <p:spPr>
              <a:xfrm>
                <a:off x="3190374" y="7971110"/>
                <a:ext cx="4264183" cy="3639768"/>
              </a:xfrm>
              <a:custGeom>
                <a:avLst/>
                <a:gdLst/>
                <a:ahLst/>
                <a:cxnLst/>
                <a:rect l="l" t="t" r="r" b="b"/>
                <a:pathLst>
                  <a:path w="370" h="316" extrusionOk="0">
                    <a:moveTo>
                      <a:pt x="302" y="73"/>
                    </a:moveTo>
                    <a:cubicBezTo>
                      <a:pt x="0" y="247"/>
                      <a:pt x="0" y="247"/>
                      <a:pt x="0" y="247"/>
                    </a:cubicBezTo>
                    <a:cubicBezTo>
                      <a:pt x="65" y="293"/>
                      <a:pt x="141" y="316"/>
                      <a:pt x="221" y="316"/>
                    </a:cubicBezTo>
                    <a:cubicBezTo>
                      <a:pt x="273" y="316"/>
                      <a:pt x="323" y="306"/>
                      <a:pt x="370" y="287"/>
                    </a:cubicBezTo>
                    <a:cubicBezTo>
                      <a:pt x="370" y="0"/>
                      <a:pt x="370" y="0"/>
                      <a:pt x="370" y="0"/>
                    </a:cubicBezTo>
                    <a:cubicBezTo>
                      <a:pt x="356" y="31"/>
                      <a:pt x="332" y="56"/>
                      <a:pt x="302" y="73"/>
                    </a:cubicBezTo>
                    <a:close/>
                  </a:path>
                </a:pathLst>
              </a:custGeom>
              <a:solidFill>
                <a:schemeClr val="accent3"/>
              </a:solidFill>
              <a:ln>
                <a:noFill/>
              </a:ln>
            </p:spPr>
            <p:txBody>
              <a:bodyPr spcFirstLastPara="1" wrap="square" lIns="182850" tIns="91400" rIns="182850" bIns="9140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828800">
                  <a:buClr>
                    <a:srgbClr val="000000"/>
                  </a:buClr>
                </a:pPr>
                <a:endParaRPr sz="3600" kern="0">
                  <a:solidFill>
                    <a:srgbClr val="000000"/>
                  </a:solidFill>
                  <a:latin typeface="Calibri"/>
                  <a:ea typeface="Calibri"/>
                  <a:cs typeface="Calibri"/>
                  <a:sym typeface="Calibri"/>
                </a:endParaRPr>
              </a:p>
            </p:txBody>
          </p:sp>
          <p:sp>
            <p:nvSpPr>
              <p:cNvPr id="47" name="Google Shape;537;p23">
                <a:extLst>
                  <a:ext uri="{FF2B5EF4-FFF2-40B4-BE49-F238E27FC236}">
                    <a16:creationId xmlns:a16="http://schemas.microsoft.com/office/drawing/2014/main" id="{CE458909-EC31-4713-8D81-D51F8D95CFC6}"/>
                  </a:ext>
                </a:extLst>
              </p:cNvPr>
              <p:cNvSpPr/>
              <p:nvPr/>
            </p:nvSpPr>
            <p:spPr>
              <a:xfrm>
                <a:off x="5599479" y="3595668"/>
                <a:ext cx="4607043" cy="3914511"/>
              </a:xfrm>
              <a:custGeom>
                <a:avLst/>
                <a:gdLst/>
                <a:ahLst/>
                <a:cxnLst/>
                <a:rect l="l" t="t" r="r" b="b"/>
                <a:pathLst>
                  <a:path w="400" h="340" extrusionOk="0">
                    <a:moveTo>
                      <a:pt x="97" y="166"/>
                    </a:moveTo>
                    <a:cubicBezTo>
                      <a:pt x="399" y="340"/>
                      <a:pt x="399" y="340"/>
                      <a:pt x="399" y="340"/>
                    </a:cubicBezTo>
                    <a:cubicBezTo>
                      <a:pt x="400" y="329"/>
                      <a:pt x="400" y="319"/>
                      <a:pt x="400" y="308"/>
                    </a:cubicBezTo>
                    <a:cubicBezTo>
                      <a:pt x="400" y="186"/>
                      <a:pt x="345" y="74"/>
                      <a:pt x="248" y="0"/>
                    </a:cubicBezTo>
                    <a:cubicBezTo>
                      <a:pt x="0" y="143"/>
                      <a:pt x="0" y="143"/>
                      <a:pt x="0" y="143"/>
                    </a:cubicBezTo>
                    <a:cubicBezTo>
                      <a:pt x="4" y="142"/>
                      <a:pt x="8" y="142"/>
                      <a:pt x="12" y="142"/>
                    </a:cubicBezTo>
                    <a:cubicBezTo>
                      <a:pt x="42" y="142"/>
                      <a:pt x="71" y="150"/>
                      <a:pt x="97" y="166"/>
                    </a:cubicBezTo>
                    <a:close/>
                  </a:path>
                </a:pathLst>
              </a:custGeom>
              <a:solidFill>
                <a:schemeClr val="accent1"/>
              </a:solidFill>
              <a:ln>
                <a:noFill/>
              </a:ln>
            </p:spPr>
            <p:txBody>
              <a:bodyPr spcFirstLastPara="1" wrap="square" lIns="182850" tIns="91400" rIns="182850" bIns="9140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828800">
                  <a:buClr>
                    <a:srgbClr val="000000"/>
                  </a:buClr>
                </a:pPr>
                <a:endParaRPr sz="3600" kern="0">
                  <a:solidFill>
                    <a:srgbClr val="000000"/>
                  </a:solidFill>
                  <a:latin typeface="Calibri"/>
                  <a:ea typeface="Calibri"/>
                  <a:cs typeface="Calibri"/>
                  <a:sym typeface="Calibri"/>
                </a:endParaRPr>
              </a:p>
            </p:txBody>
          </p:sp>
        </p:grpSp>
        <p:grpSp>
          <p:nvGrpSpPr>
            <p:cNvPr id="16" name="Group 15">
              <a:extLst>
                <a:ext uri="{FF2B5EF4-FFF2-40B4-BE49-F238E27FC236}">
                  <a16:creationId xmlns:a16="http://schemas.microsoft.com/office/drawing/2014/main" id="{2E99456E-5AE6-42FC-8C95-931360463189}"/>
                </a:ext>
              </a:extLst>
            </p:cNvPr>
            <p:cNvGrpSpPr/>
            <p:nvPr/>
          </p:nvGrpSpPr>
          <p:grpSpPr>
            <a:xfrm>
              <a:off x="8772281" y="1534460"/>
              <a:ext cx="3070500" cy="4435486"/>
              <a:chOff x="8601882" y="1420160"/>
              <a:chExt cx="3070500" cy="4435486"/>
            </a:xfrm>
          </p:grpSpPr>
          <p:grpSp>
            <p:nvGrpSpPr>
              <p:cNvPr id="33" name="Group 32">
                <a:extLst>
                  <a:ext uri="{FF2B5EF4-FFF2-40B4-BE49-F238E27FC236}">
                    <a16:creationId xmlns:a16="http://schemas.microsoft.com/office/drawing/2014/main" id="{AC6BEA35-F7C9-4AE5-9048-A98DB879507E}"/>
                  </a:ext>
                </a:extLst>
              </p:cNvPr>
              <p:cNvGrpSpPr/>
              <p:nvPr/>
            </p:nvGrpSpPr>
            <p:grpSpPr>
              <a:xfrm>
                <a:off x="8601882" y="1420160"/>
                <a:ext cx="3070500" cy="1261884"/>
                <a:chOff x="7431865" y="1055884"/>
                <a:chExt cx="3070500" cy="1261884"/>
              </a:xfrm>
            </p:grpSpPr>
            <p:sp>
              <p:nvSpPr>
                <p:cNvPr id="40" name="TextBox 18">
                  <a:extLst>
                    <a:ext uri="{FF2B5EF4-FFF2-40B4-BE49-F238E27FC236}">
                      <a16:creationId xmlns:a16="http://schemas.microsoft.com/office/drawing/2014/main" id="{2FECCD9D-AFF8-4CE6-8016-453DAC2CC5B4}"/>
                    </a:ext>
                  </a:extLst>
                </p:cNvPr>
                <p:cNvSpPr txBox="1"/>
                <p:nvPr/>
              </p:nvSpPr>
              <p:spPr>
                <a:xfrm>
                  <a:off x="7772862" y="1055884"/>
                  <a:ext cx="2729503" cy="126188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en-US" sz="1400" b="1" dirty="0"/>
                    <a:t>Planning</a:t>
                  </a:r>
                </a:p>
                <a:p>
                  <a:pPr marL="285750" indent="-285750">
                    <a:spcBef>
                      <a:spcPts val="600"/>
                    </a:spcBef>
                    <a:buFont typeface="Arial" panose="020B0604020202020204" pitchFamily="34" charset="0"/>
                    <a:buChar char="•"/>
                  </a:pPr>
                  <a:r>
                    <a:rPr lang="en-GB" sz="1200" dirty="0"/>
                    <a:t>Identifying current problems</a:t>
                  </a:r>
                </a:p>
                <a:p>
                  <a:pPr marL="285750" indent="-285750">
                    <a:spcBef>
                      <a:spcPts val="600"/>
                    </a:spcBef>
                    <a:buFont typeface="Arial" panose="020B0604020202020204" pitchFamily="34" charset="0"/>
                    <a:buChar char="•"/>
                  </a:pPr>
                  <a:r>
                    <a:rPr lang="en-GB" sz="1200" dirty="0"/>
                    <a:t>Defining roles and responsibility</a:t>
                  </a:r>
                </a:p>
                <a:p>
                  <a:pPr marL="285750" indent="-285750">
                    <a:spcBef>
                      <a:spcPts val="600"/>
                    </a:spcBef>
                    <a:buFont typeface="Arial" panose="020B0604020202020204" pitchFamily="34" charset="0"/>
                    <a:buChar char="•"/>
                  </a:pPr>
                  <a:r>
                    <a:rPr lang="en-GB" sz="1200" dirty="0"/>
                    <a:t>Calculation of </a:t>
                  </a:r>
                  <a:r>
                    <a:rPr lang="en-GB" sz="1200" dirty="0" err="1"/>
                    <a:t>labor</a:t>
                  </a:r>
                  <a:r>
                    <a:rPr lang="en-GB" sz="1200" dirty="0"/>
                    <a:t> and material costs</a:t>
                  </a:r>
                </a:p>
                <a:p>
                  <a:pPr marL="285750" indent="-285750">
                    <a:spcBef>
                      <a:spcPts val="600"/>
                    </a:spcBef>
                    <a:buFont typeface="Arial" panose="020B0604020202020204" pitchFamily="34" charset="0"/>
                    <a:buChar char="•"/>
                  </a:pPr>
                  <a:r>
                    <a:rPr lang="en-GB" sz="1200" dirty="0"/>
                    <a:t>Timeline with goals</a:t>
                  </a:r>
                  <a:endParaRPr lang="en-US" sz="1200" dirty="0"/>
                </a:p>
              </p:txBody>
            </p:sp>
            <p:sp>
              <p:nvSpPr>
                <p:cNvPr id="41" name="Oval 40">
                  <a:extLst>
                    <a:ext uri="{FF2B5EF4-FFF2-40B4-BE49-F238E27FC236}">
                      <a16:creationId xmlns:a16="http://schemas.microsoft.com/office/drawing/2014/main" id="{50C31D39-D1E2-4379-B984-6098F7499C45}"/>
                    </a:ext>
                  </a:extLst>
                </p:cNvPr>
                <p:cNvSpPr/>
                <p:nvPr/>
              </p:nvSpPr>
              <p:spPr>
                <a:xfrm>
                  <a:off x="7431865" y="1102753"/>
                  <a:ext cx="193065" cy="19306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grpSp>
          <p:grpSp>
            <p:nvGrpSpPr>
              <p:cNvPr id="34" name="Group 33">
                <a:extLst>
                  <a:ext uri="{FF2B5EF4-FFF2-40B4-BE49-F238E27FC236}">
                    <a16:creationId xmlns:a16="http://schemas.microsoft.com/office/drawing/2014/main" id="{BA09058D-3E60-471A-AADE-22DE33E59417}"/>
                  </a:ext>
                </a:extLst>
              </p:cNvPr>
              <p:cNvGrpSpPr/>
              <p:nvPr/>
            </p:nvGrpSpPr>
            <p:grpSpPr>
              <a:xfrm>
                <a:off x="8601882" y="2932919"/>
                <a:ext cx="3070500" cy="1184940"/>
                <a:chOff x="7431865" y="764056"/>
                <a:chExt cx="3070500" cy="1184940"/>
              </a:xfrm>
            </p:grpSpPr>
            <p:sp>
              <p:nvSpPr>
                <p:cNvPr id="38" name="TextBox 16">
                  <a:extLst>
                    <a:ext uri="{FF2B5EF4-FFF2-40B4-BE49-F238E27FC236}">
                      <a16:creationId xmlns:a16="http://schemas.microsoft.com/office/drawing/2014/main" id="{E18ECF50-0567-40BB-BC4B-F17A623BE435}"/>
                    </a:ext>
                  </a:extLst>
                </p:cNvPr>
                <p:cNvSpPr txBox="1"/>
                <p:nvPr/>
              </p:nvSpPr>
              <p:spPr>
                <a:xfrm>
                  <a:off x="7772862" y="764056"/>
                  <a:ext cx="2729503" cy="118494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en-US" sz="1400" b="1" dirty="0"/>
                    <a:t>Analysis</a:t>
                  </a:r>
                </a:p>
                <a:p>
                  <a:pPr marL="285750" indent="-285750">
                    <a:spcBef>
                      <a:spcPts val="600"/>
                    </a:spcBef>
                    <a:buFont typeface="Arial" panose="020B0604020202020204" pitchFamily="34" charset="0"/>
                    <a:buChar char="•"/>
                  </a:pPr>
                  <a:r>
                    <a:rPr lang="en-US" sz="1200" dirty="0"/>
                    <a:t>Gathering required documents</a:t>
                  </a:r>
                </a:p>
                <a:p>
                  <a:pPr marL="285750" indent="-285750">
                    <a:spcBef>
                      <a:spcPts val="600"/>
                    </a:spcBef>
                    <a:buFont typeface="Arial" panose="020B0604020202020204" pitchFamily="34" charset="0"/>
                    <a:buChar char="•"/>
                  </a:pPr>
                  <a:r>
                    <a:rPr lang="en-US" sz="1200" dirty="0"/>
                    <a:t>Define what features needs to be included and roadblocks along the way</a:t>
                  </a:r>
                </a:p>
                <a:p>
                  <a:pPr marL="285750" indent="-285750">
                    <a:spcBef>
                      <a:spcPts val="600"/>
                    </a:spcBef>
                    <a:buFont typeface="Arial" panose="020B0604020202020204" pitchFamily="34" charset="0"/>
                    <a:buChar char="•"/>
                  </a:pPr>
                  <a:r>
                    <a:rPr lang="en-US" sz="1200" dirty="0"/>
                    <a:t>Resources available to attain our goals</a:t>
                  </a:r>
                </a:p>
              </p:txBody>
            </p:sp>
            <p:sp>
              <p:nvSpPr>
                <p:cNvPr id="39" name="Oval 38">
                  <a:extLst>
                    <a:ext uri="{FF2B5EF4-FFF2-40B4-BE49-F238E27FC236}">
                      <a16:creationId xmlns:a16="http://schemas.microsoft.com/office/drawing/2014/main" id="{6FE1778D-C45D-4A5B-AD38-A1F993EBC055}"/>
                    </a:ext>
                  </a:extLst>
                </p:cNvPr>
                <p:cNvSpPr/>
                <p:nvPr/>
              </p:nvSpPr>
              <p:spPr>
                <a:xfrm>
                  <a:off x="7431865" y="810925"/>
                  <a:ext cx="193065" cy="1930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grpSp>
          <p:grpSp>
            <p:nvGrpSpPr>
              <p:cNvPr id="35" name="Group 34">
                <a:extLst>
                  <a:ext uri="{FF2B5EF4-FFF2-40B4-BE49-F238E27FC236}">
                    <a16:creationId xmlns:a16="http://schemas.microsoft.com/office/drawing/2014/main" id="{EDFEF2AA-FFC5-431A-A1A9-C67029BE86E2}"/>
                  </a:ext>
                </a:extLst>
              </p:cNvPr>
              <p:cNvGrpSpPr/>
              <p:nvPr/>
            </p:nvGrpSpPr>
            <p:grpSpPr>
              <a:xfrm>
                <a:off x="8601882" y="4378318"/>
                <a:ext cx="3070500" cy="1477328"/>
                <a:chOff x="7431865" y="404869"/>
                <a:chExt cx="3070500" cy="1477328"/>
              </a:xfrm>
            </p:grpSpPr>
            <p:sp>
              <p:nvSpPr>
                <p:cNvPr id="36" name="TextBox 14">
                  <a:extLst>
                    <a:ext uri="{FF2B5EF4-FFF2-40B4-BE49-F238E27FC236}">
                      <a16:creationId xmlns:a16="http://schemas.microsoft.com/office/drawing/2014/main" id="{139509DA-CC6B-40B3-B5AF-DD12A5A61059}"/>
                    </a:ext>
                  </a:extLst>
                </p:cNvPr>
                <p:cNvSpPr txBox="1"/>
                <p:nvPr/>
              </p:nvSpPr>
              <p:spPr>
                <a:xfrm>
                  <a:off x="7772862" y="404869"/>
                  <a:ext cx="2729503" cy="147732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en-US" sz="1400" b="1" dirty="0"/>
                    <a:t>Design</a:t>
                  </a:r>
                </a:p>
                <a:p>
                  <a:pPr marL="285750" indent="-285750">
                    <a:spcBef>
                      <a:spcPts val="600"/>
                    </a:spcBef>
                    <a:buFont typeface="Arial" panose="020B0604020202020204" pitchFamily="34" charset="0"/>
                    <a:buChar char="•"/>
                  </a:pPr>
                  <a:r>
                    <a:rPr lang="en-US" sz="1200" dirty="0"/>
                    <a:t>Defining how our application will work, what programming language will be used, measures that will be taken to ensure the security of the application</a:t>
                  </a:r>
                </a:p>
                <a:p>
                  <a:pPr marL="285750" indent="-285750">
                    <a:spcBef>
                      <a:spcPts val="600"/>
                    </a:spcBef>
                    <a:buFont typeface="Arial" panose="020B0604020202020204" pitchFamily="34" charset="0"/>
                    <a:buChar char="•"/>
                  </a:pPr>
                  <a:r>
                    <a:rPr lang="en-US" sz="1200" dirty="0"/>
                    <a:t>How application will communicate, its architecture, and its hosting platform.</a:t>
                  </a:r>
                </a:p>
              </p:txBody>
            </p:sp>
            <p:sp>
              <p:nvSpPr>
                <p:cNvPr id="37" name="Oval 36">
                  <a:extLst>
                    <a:ext uri="{FF2B5EF4-FFF2-40B4-BE49-F238E27FC236}">
                      <a16:creationId xmlns:a16="http://schemas.microsoft.com/office/drawing/2014/main" id="{1687CC0D-5452-4ECA-803D-1A412EF03313}"/>
                    </a:ext>
                  </a:extLst>
                </p:cNvPr>
                <p:cNvSpPr/>
                <p:nvPr/>
              </p:nvSpPr>
              <p:spPr>
                <a:xfrm>
                  <a:off x="7431865" y="407232"/>
                  <a:ext cx="193065" cy="1930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grpSp>
        </p:grpSp>
        <p:grpSp>
          <p:nvGrpSpPr>
            <p:cNvPr id="17" name="Group 16">
              <a:extLst>
                <a:ext uri="{FF2B5EF4-FFF2-40B4-BE49-F238E27FC236}">
                  <a16:creationId xmlns:a16="http://schemas.microsoft.com/office/drawing/2014/main" id="{4E07B8DB-D295-43B8-8496-B69E5956FA23}"/>
                </a:ext>
              </a:extLst>
            </p:cNvPr>
            <p:cNvGrpSpPr/>
            <p:nvPr/>
          </p:nvGrpSpPr>
          <p:grpSpPr>
            <a:xfrm flipH="1">
              <a:off x="349219" y="1534460"/>
              <a:ext cx="3070500" cy="3998521"/>
              <a:chOff x="8601882" y="1420160"/>
              <a:chExt cx="3070500" cy="3998521"/>
            </a:xfrm>
          </p:grpSpPr>
          <p:grpSp>
            <p:nvGrpSpPr>
              <p:cNvPr id="24" name="Group 23">
                <a:extLst>
                  <a:ext uri="{FF2B5EF4-FFF2-40B4-BE49-F238E27FC236}">
                    <a16:creationId xmlns:a16="http://schemas.microsoft.com/office/drawing/2014/main" id="{D1D83182-A966-487F-BA02-CA8884478A45}"/>
                  </a:ext>
                </a:extLst>
              </p:cNvPr>
              <p:cNvGrpSpPr/>
              <p:nvPr/>
            </p:nvGrpSpPr>
            <p:grpSpPr>
              <a:xfrm>
                <a:off x="8601882" y="1420160"/>
                <a:ext cx="3070500" cy="1292662"/>
                <a:chOff x="7431865" y="1055884"/>
                <a:chExt cx="3070500" cy="1292662"/>
              </a:xfrm>
            </p:grpSpPr>
            <p:sp>
              <p:nvSpPr>
                <p:cNvPr id="31" name="TextBox 28">
                  <a:extLst>
                    <a:ext uri="{FF2B5EF4-FFF2-40B4-BE49-F238E27FC236}">
                      <a16:creationId xmlns:a16="http://schemas.microsoft.com/office/drawing/2014/main" id="{E5E863D8-D738-4148-950C-5888908BEC4C}"/>
                    </a:ext>
                  </a:extLst>
                </p:cNvPr>
                <p:cNvSpPr txBox="1"/>
                <p:nvPr/>
              </p:nvSpPr>
              <p:spPr>
                <a:xfrm>
                  <a:off x="7772862" y="1055884"/>
                  <a:ext cx="2729503" cy="1292662"/>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ts val="600"/>
                    </a:spcBef>
                  </a:pPr>
                  <a:r>
                    <a:rPr lang="en-US" sz="1400" b="1" dirty="0"/>
                    <a:t>Maintenance</a:t>
                  </a:r>
                </a:p>
                <a:p>
                  <a:pPr marL="171450" indent="-171450" algn="r">
                    <a:spcBef>
                      <a:spcPts val="600"/>
                    </a:spcBef>
                    <a:buFont typeface="Arial" panose="020B0604020202020204" pitchFamily="34" charset="0"/>
                    <a:buChar char="•"/>
                  </a:pPr>
                  <a:r>
                    <a:rPr lang="en-US" sz="1200" dirty="0"/>
                    <a:t>Once the application is deployed after testing, the final step is to discover bugs that slipped through the cracks during testing and resolving them. </a:t>
                  </a:r>
                </a:p>
                <a:p>
                  <a:pPr marL="171450" indent="-171450" algn="r">
                    <a:spcBef>
                      <a:spcPts val="600"/>
                    </a:spcBef>
                    <a:buFont typeface="Arial" panose="020B0604020202020204" pitchFamily="34" charset="0"/>
                    <a:buChar char="•"/>
                  </a:pPr>
                  <a:r>
                    <a:rPr lang="en-US" sz="1200" dirty="0"/>
                    <a:t>This can be an iterative process.</a:t>
                  </a:r>
                </a:p>
              </p:txBody>
            </p:sp>
            <p:sp>
              <p:nvSpPr>
                <p:cNvPr id="32" name="Oval 31">
                  <a:extLst>
                    <a:ext uri="{FF2B5EF4-FFF2-40B4-BE49-F238E27FC236}">
                      <a16:creationId xmlns:a16="http://schemas.microsoft.com/office/drawing/2014/main" id="{81CDBBEA-9F2F-445B-B785-BC5553AB705B}"/>
                    </a:ext>
                  </a:extLst>
                </p:cNvPr>
                <p:cNvSpPr/>
                <p:nvPr/>
              </p:nvSpPr>
              <p:spPr>
                <a:xfrm>
                  <a:off x="7431865" y="1102753"/>
                  <a:ext cx="193065" cy="19306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IN"/>
                </a:p>
              </p:txBody>
            </p:sp>
          </p:grpSp>
          <p:grpSp>
            <p:nvGrpSpPr>
              <p:cNvPr id="25" name="Group 24">
                <a:extLst>
                  <a:ext uri="{FF2B5EF4-FFF2-40B4-BE49-F238E27FC236}">
                    <a16:creationId xmlns:a16="http://schemas.microsoft.com/office/drawing/2014/main" id="{D1441CFC-AFDE-4BF9-AE20-FBAD0A2B2D08}"/>
                  </a:ext>
                </a:extLst>
              </p:cNvPr>
              <p:cNvGrpSpPr/>
              <p:nvPr/>
            </p:nvGrpSpPr>
            <p:grpSpPr>
              <a:xfrm>
                <a:off x="8601882" y="2939406"/>
                <a:ext cx="3070500" cy="1477328"/>
                <a:chOff x="7431865" y="770543"/>
                <a:chExt cx="3070500" cy="1477328"/>
              </a:xfrm>
            </p:grpSpPr>
            <p:sp>
              <p:nvSpPr>
                <p:cNvPr id="29" name="TextBox 26">
                  <a:extLst>
                    <a:ext uri="{FF2B5EF4-FFF2-40B4-BE49-F238E27FC236}">
                      <a16:creationId xmlns:a16="http://schemas.microsoft.com/office/drawing/2014/main" id="{E6D98718-74AD-421B-AD1C-1F84DCFC37DC}"/>
                    </a:ext>
                  </a:extLst>
                </p:cNvPr>
                <p:cNvSpPr txBox="1"/>
                <p:nvPr/>
              </p:nvSpPr>
              <p:spPr>
                <a:xfrm>
                  <a:off x="7772862" y="770543"/>
                  <a:ext cx="2729503" cy="147732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ts val="600"/>
                    </a:spcBef>
                  </a:pPr>
                  <a:r>
                    <a:rPr lang="en-US" sz="1400" b="1" dirty="0"/>
                    <a:t>Testing</a:t>
                  </a:r>
                </a:p>
                <a:p>
                  <a:pPr marL="171450" indent="-171450" algn="r">
                    <a:spcBef>
                      <a:spcPts val="600"/>
                    </a:spcBef>
                    <a:buFont typeface="Arial" panose="020B0604020202020204" pitchFamily="34" charset="0"/>
                    <a:buChar char="•"/>
                  </a:pPr>
                  <a:r>
                    <a:rPr lang="en-GB" sz="1200" dirty="0"/>
                    <a:t>Testing each and every part and functions of the project continuously.</a:t>
                  </a:r>
                </a:p>
                <a:p>
                  <a:pPr marL="171450" indent="-171450" algn="r">
                    <a:spcBef>
                      <a:spcPts val="600"/>
                    </a:spcBef>
                    <a:buFont typeface="Arial" panose="020B0604020202020204" pitchFamily="34" charset="0"/>
                    <a:buChar char="•"/>
                  </a:pPr>
                  <a:r>
                    <a:rPr lang="en-GB" sz="1200" dirty="0"/>
                    <a:t>Ensuring that each function runs as it should be and each part of the application is interacting well with other parts.</a:t>
                  </a:r>
                  <a:endParaRPr lang="en-US" sz="1200" dirty="0"/>
                </a:p>
              </p:txBody>
            </p:sp>
            <p:sp>
              <p:nvSpPr>
                <p:cNvPr id="30" name="Oval 29">
                  <a:extLst>
                    <a:ext uri="{FF2B5EF4-FFF2-40B4-BE49-F238E27FC236}">
                      <a16:creationId xmlns:a16="http://schemas.microsoft.com/office/drawing/2014/main" id="{50B49032-5788-41E9-B4CE-962D16AB653C}"/>
                    </a:ext>
                  </a:extLst>
                </p:cNvPr>
                <p:cNvSpPr/>
                <p:nvPr/>
              </p:nvSpPr>
              <p:spPr>
                <a:xfrm>
                  <a:off x="7431865" y="817412"/>
                  <a:ext cx="193065" cy="19306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IN"/>
                </a:p>
              </p:txBody>
            </p:sp>
          </p:grpSp>
          <p:grpSp>
            <p:nvGrpSpPr>
              <p:cNvPr id="26" name="Group 25">
                <a:extLst>
                  <a:ext uri="{FF2B5EF4-FFF2-40B4-BE49-F238E27FC236}">
                    <a16:creationId xmlns:a16="http://schemas.microsoft.com/office/drawing/2014/main" id="{5FFD7CE0-7346-4641-9241-C93884E98DE8}"/>
                  </a:ext>
                </a:extLst>
              </p:cNvPr>
              <p:cNvGrpSpPr/>
              <p:nvPr/>
            </p:nvGrpSpPr>
            <p:grpSpPr>
              <a:xfrm>
                <a:off x="8601882" y="4756961"/>
                <a:ext cx="3070500" cy="661720"/>
                <a:chOff x="7431865" y="783512"/>
                <a:chExt cx="3070500" cy="661720"/>
              </a:xfrm>
            </p:grpSpPr>
            <p:sp>
              <p:nvSpPr>
                <p:cNvPr id="27" name="TextBox 24">
                  <a:extLst>
                    <a:ext uri="{FF2B5EF4-FFF2-40B4-BE49-F238E27FC236}">
                      <a16:creationId xmlns:a16="http://schemas.microsoft.com/office/drawing/2014/main" id="{77E73DE7-C461-421B-B84A-C40C411DCF70}"/>
                    </a:ext>
                  </a:extLst>
                </p:cNvPr>
                <p:cNvSpPr txBox="1"/>
                <p:nvPr/>
              </p:nvSpPr>
              <p:spPr>
                <a:xfrm>
                  <a:off x="7772862" y="783512"/>
                  <a:ext cx="2729503" cy="66172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ts val="600"/>
                    </a:spcBef>
                  </a:pPr>
                  <a:r>
                    <a:rPr lang="en-US" sz="1400" b="1" dirty="0"/>
                    <a:t>Implementation</a:t>
                  </a:r>
                </a:p>
                <a:p>
                  <a:pPr marL="171450" indent="-171450" algn="r">
                    <a:spcBef>
                      <a:spcPts val="600"/>
                    </a:spcBef>
                    <a:buFont typeface="Arial" panose="020B0604020202020204" pitchFamily="34" charset="0"/>
                    <a:buChar char="•"/>
                  </a:pPr>
                  <a:r>
                    <a:rPr lang="en-US" sz="1200" dirty="0"/>
                    <a:t>The phase where actual program itself will written out.</a:t>
                  </a:r>
                </a:p>
              </p:txBody>
            </p:sp>
            <p:sp>
              <p:nvSpPr>
                <p:cNvPr id="28" name="Oval 27">
                  <a:extLst>
                    <a:ext uri="{FF2B5EF4-FFF2-40B4-BE49-F238E27FC236}">
                      <a16:creationId xmlns:a16="http://schemas.microsoft.com/office/drawing/2014/main" id="{DE47CE2C-4B3C-431D-8F59-23867FF45672}"/>
                    </a:ext>
                  </a:extLst>
                </p:cNvPr>
                <p:cNvSpPr/>
                <p:nvPr/>
              </p:nvSpPr>
              <p:spPr>
                <a:xfrm>
                  <a:off x="7431865" y="830381"/>
                  <a:ext cx="193065" cy="19306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IN"/>
                </a:p>
              </p:txBody>
            </p:sp>
          </p:grpSp>
        </p:grpSp>
        <p:sp>
          <p:nvSpPr>
            <p:cNvPr id="18" name="Shape 3611">
              <a:extLst>
                <a:ext uri="{FF2B5EF4-FFF2-40B4-BE49-F238E27FC236}">
                  <a16:creationId xmlns:a16="http://schemas.microsoft.com/office/drawing/2014/main" id="{5C117720-5E17-415F-AFDC-011B0F1D882C}"/>
                </a:ext>
              </a:extLst>
            </p:cNvPr>
            <p:cNvSpPr/>
            <p:nvPr/>
          </p:nvSpPr>
          <p:spPr>
            <a:xfrm>
              <a:off x="5816932" y="1896097"/>
              <a:ext cx="299711" cy="366312"/>
            </a:xfrm>
            <a:custGeom>
              <a:avLst/>
              <a:gdLst/>
              <a:ahLst/>
              <a:cxnLst>
                <a:cxn ang="0">
                  <a:pos x="wd2" y="hd2"/>
                </a:cxn>
                <a:cxn ang="5400000">
                  <a:pos x="wd2" y="hd2"/>
                </a:cxn>
                <a:cxn ang="10800000">
                  <a:pos x="wd2" y="hd2"/>
                </a:cxn>
                <a:cxn ang="16200000">
                  <a:pos x="wd2" y="hd2"/>
                </a:cxn>
              </a:cxnLst>
              <a:rect l="0" t="0" r="r" b="b"/>
              <a:pathLst>
                <a:path w="21600" h="21600" extrusionOk="0">
                  <a:moveTo>
                    <a:pt x="20400" y="5891"/>
                  </a:moveTo>
                  <a:lnTo>
                    <a:pt x="1200" y="5891"/>
                  </a:lnTo>
                  <a:lnTo>
                    <a:pt x="1200" y="3927"/>
                  </a:lnTo>
                  <a:lnTo>
                    <a:pt x="6000" y="3927"/>
                  </a:lnTo>
                  <a:cubicBezTo>
                    <a:pt x="6000" y="4469"/>
                    <a:pt x="6538" y="4909"/>
                    <a:pt x="7200" y="4909"/>
                  </a:cubicBezTo>
                  <a:lnTo>
                    <a:pt x="14400" y="4909"/>
                  </a:lnTo>
                  <a:cubicBezTo>
                    <a:pt x="15062" y="4909"/>
                    <a:pt x="15600" y="4469"/>
                    <a:pt x="15600" y="3927"/>
                  </a:cubicBezTo>
                  <a:lnTo>
                    <a:pt x="20400" y="3927"/>
                  </a:lnTo>
                  <a:cubicBezTo>
                    <a:pt x="20400" y="3927"/>
                    <a:pt x="20400" y="5891"/>
                    <a:pt x="20400" y="5891"/>
                  </a:cubicBezTo>
                  <a:close/>
                  <a:moveTo>
                    <a:pt x="20400" y="20618"/>
                  </a:moveTo>
                  <a:lnTo>
                    <a:pt x="1200" y="20618"/>
                  </a:lnTo>
                  <a:lnTo>
                    <a:pt x="1200" y="6873"/>
                  </a:lnTo>
                  <a:lnTo>
                    <a:pt x="20400" y="6873"/>
                  </a:lnTo>
                  <a:cubicBezTo>
                    <a:pt x="20400" y="6873"/>
                    <a:pt x="20400" y="20618"/>
                    <a:pt x="20400" y="20618"/>
                  </a:cubicBezTo>
                  <a:close/>
                  <a:moveTo>
                    <a:pt x="7200" y="1964"/>
                  </a:moveTo>
                  <a:lnTo>
                    <a:pt x="14400" y="1964"/>
                  </a:lnTo>
                  <a:lnTo>
                    <a:pt x="14400" y="3927"/>
                  </a:lnTo>
                  <a:lnTo>
                    <a:pt x="7200" y="3927"/>
                  </a:lnTo>
                  <a:cubicBezTo>
                    <a:pt x="7200" y="3927"/>
                    <a:pt x="7200" y="1964"/>
                    <a:pt x="7200" y="1964"/>
                  </a:cubicBezTo>
                  <a:close/>
                  <a:moveTo>
                    <a:pt x="20400" y="2945"/>
                  </a:moveTo>
                  <a:lnTo>
                    <a:pt x="15600" y="2945"/>
                  </a:lnTo>
                  <a:lnTo>
                    <a:pt x="15600" y="1964"/>
                  </a:lnTo>
                  <a:cubicBezTo>
                    <a:pt x="15600" y="1422"/>
                    <a:pt x="15062" y="982"/>
                    <a:pt x="14400" y="982"/>
                  </a:cubicBezTo>
                  <a:lnTo>
                    <a:pt x="12000" y="982"/>
                  </a:lnTo>
                  <a:cubicBezTo>
                    <a:pt x="12000" y="440"/>
                    <a:pt x="11462" y="0"/>
                    <a:pt x="10800" y="0"/>
                  </a:cubicBezTo>
                  <a:cubicBezTo>
                    <a:pt x="10138" y="0"/>
                    <a:pt x="9600" y="440"/>
                    <a:pt x="9600" y="982"/>
                  </a:cubicBezTo>
                  <a:lnTo>
                    <a:pt x="7200" y="982"/>
                  </a:lnTo>
                  <a:cubicBezTo>
                    <a:pt x="6538" y="982"/>
                    <a:pt x="6000" y="1422"/>
                    <a:pt x="6000" y="1964"/>
                  </a:cubicBezTo>
                  <a:lnTo>
                    <a:pt x="6000" y="2945"/>
                  </a:lnTo>
                  <a:lnTo>
                    <a:pt x="1200" y="2945"/>
                  </a:lnTo>
                  <a:cubicBezTo>
                    <a:pt x="538" y="2945"/>
                    <a:pt x="0" y="3386"/>
                    <a:pt x="0" y="3927"/>
                  </a:cubicBezTo>
                  <a:lnTo>
                    <a:pt x="0" y="20618"/>
                  </a:lnTo>
                  <a:cubicBezTo>
                    <a:pt x="0" y="21160"/>
                    <a:pt x="538" y="21600"/>
                    <a:pt x="1200" y="21600"/>
                  </a:cubicBezTo>
                  <a:lnTo>
                    <a:pt x="20400" y="21600"/>
                  </a:lnTo>
                  <a:cubicBezTo>
                    <a:pt x="21062" y="21600"/>
                    <a:pt x="21600" y="21160"/>
                    <a:pt x="21600" y="20618"/>
                  </a:cubicBezTo>
                  <a:lnTo>
                    <a:pt x="21600" y="3927"/>
                  </a:lnTo>
                  <a:cubicBezTo>
                    <a:pt x="21600" y="3386"/>
                    <a:pt x="21062" y="2945"/>
                    <a:pt x="20400" y="2945"/>
                  </a:cubicBezTo>
                  <a:moveTo>
                    <a:pt x="4200" y="16691"/>
                  </a:moveTo>
                  <a:lnTo>
                    <a:pt x="15000" y="16691"/>
                  </a:lnTo>
                  <a:cubicBezTo>
                    <a:pt x="15331" y="16691"/>
                    <a:pt x="15600" y="16472"/>
                    <a:pt x="15600" y="16200"/>
                  </a:cubicBezTo>
                  <a:cubicBezTo>
                    <a:pt x="15600" y="15929"/>
                    <a:pt x="15331" y="15709"/>
                    <a:pt x="15000" y="15709"/>
                  </a:cubicBezTo>
                  <a:lnTo>
                    <a:pt x="4200" y="15709"/>
                  </a:lnTo>
                  <a:cubicBezTo>
                    <a:pt x="3869" y="15709"/>
                    <a:pt x="3600" y="15929"/>
                    <a:pt x="3600" y="16200"/>
                  </a:cubicBezTo>
                  <a:cubicBezTo>
                    <a:pt x="3600" y="16472"/>
                    <a:pt x="3869" y="16691"/>
                    <a:pt x="4200" y="16691"/>
                  </a:cubicBezTo>
                  <a:moveTo>
                    <a:pt x="4200" y="13745"/>
                  </a:moveTo>
                  <a:lnTo>
                    <a:pt x="17400" y="13745"/>
                  </a:lnTo>
                  <a:cubicBezTo>
                    <a:pt x="17731" y="13745"/>
                    <a:pt x="18000" y="13526"/>
                    <a:pt x="18000" y="13255"/>
                  </a:cubicBezTo>
                  <a:cubicBezTo>
                    <a:pt x="18000" y="12984"/>
                    <a:pt x="17731" y="12764"/>
                    <a:pt x="17400" y="12764"/>
                  </a:cubicBezTo>
                  <a:lnTo>
                    <a:pt x="4200" y="12764"/>
                  </a:lnTo>
                  <a:cubicBezTo>
                    <a:pt x="3869" y="12764"/>
                    <a:pt x="3600" y="12984"/>
                    <a:pt x="3600" y="13255"/>
                  </a:cubicBezTo>
                  <a:cubicBezTo>
                    <a:pt x="3600" y="13526"/>
                    <a:pt x="3869" y="13745"/>
                    <a:pt x="4200" y="13745"/>
                  </a:cubicBezTo>
                  <a:moveTo>
                    <a:pt x="4200" y="10800"/>
                  </a:moveTo>
                  <a:lnTo>
                    <a:pt x="11400" y="10800"/>
                  </a:lnTo>
                  <a:cubicBezTo>
                    <a:pt x="11731" y="10800"/>
                    <a:pt x="12000" y="10581"/>
                    <a:pt x="12000" y="10309"/>
                  </a:cubicBezTo>
                  <a:cubicBezTo>
                    <a:pt x="12000" y="10038"/>
                    <a:pt x="11731" y="9818"/>
                    <a:pt x="11400" y="9818"/>
                  </a:cubicBezTo>
                  <a:lnTo>
                    <a:pt x="4200" y="9818"/>
                  </a:lnTo>
                  <a:cubicBezTo>
                    <a:pt x="3869" y="9818"/>
                    <a:pt x="3600" y="10038"/>
                    <a:pt x="3600" y="10309"/>
                  </a:cubicBezTo>
                  <a:cubicBezTo>
                    <a:pt x="3600" y="10581"/>
                    <a:pt x="3869" y="10800"/>
                    <a:pt x="4200" y="10800"/>
                  </a:cubicBezTo>
                </a:path>
              </a:pathLst>
            </a:custGeom>
            <a:solidFill>
              <a:schemeClr val="bg1"/>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prstClr val="black"/>
                </a:solidFill>
              </a:endParaRPr>
            </a:p>
          </p:txBody>
        </p:sp>
        <p:sp>
          <p:nvSpPr>
            <p:cNvPr id="19" name="Shape 3620">
              <a:extLst>
                <a:ext uri="{FF2B5EF4-FFF2-40B4-BE49-F238E27FC236}">
                  <a16:creationId xmlns:a16="http://schemas.microsoft.com/office/drawing/2014/main" id="{993A3034-6310-4729-9242-15516E07532C}"/>
                </a:ext>
              </a:extLst>
            </p:cNvPr>
            <p:cNvSpPr/>
            <p:nvPr/>
          </p:nvSpPr>
          <p:spPr>
            <a:xfrm>
              <a:off x="4487242" y="2820823"/>
              <a:ext cx="366313" cy="366313"/>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chemeClr val="bg1"/>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prstClr val="black"/>
                </a:solidFill>
              </a:endParaRPr>
            </a:p>
          </p:txBody>
        </p:sp>
        <p:sp>
          <p:nvSpPr>
            <p:cNvPr id="20" name="Shape 3623">
              <a:extLst>
                <a:ext uri="{FF2B5EF4-FFF2-40B4-BE49-F238E27FC236}">
                  <a16:creationId xmlns:a16="http://schemas.microsoft.com/office/drawing/2014/main" id="{5C474C8E-68BD-4DD7-A58F-E931414CDCCE}"/>
                </a:ext>
              </a:extLst>
            </p:cNvPr>
            <p:cNvSpPr/>
            <p:nvPr/>
          </p:nvSpPr>
          <p:spPr>
            <a:xfrm>
              <a:off x="7314544" y="4130422"/>
              <a:ext cx="366313" cy="366313"/>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solidFill>
              <a:schemeClr val="bg1"/>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prstClr val="black"/>
                </a:solidFill>
              </a:endParaRPr>
            </a:p>
          </p:txBody>
        </p:sp>
        <p:sp>
          <p:nvSpPr>
            <p:cNvPr id="21" name="Shape 3644">
              <a:extLst>
                <a:ext uri="{FF2B5EF4-FFF2-40B4-BE49-F238E27FC236}">
                  <a16:creationId xmlns:a16="http://schemas.microsoft.com/office/drawing/2014/main" id="{A669FE7E-63C2-4219-B32B-F0F5104A6C27}"/>
                </a:ext>
              </a:extLst>
            </p:cNvPr>
            <p:cNvSpPr/>
            <p:nvPr/>
          </p:nvSpPr>
          <p:spPr>
            <a:xfrm>
              <a:off x="7263050" y="2609027"/>
              <a:ext cx="366313" cy="366313"/>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path>
              </a:pathLst>
            </a:custGeom>
            <a:solidFill>
              <a:schemeClr val="bg1"/>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prstClr val="black"/>
                </a:solidFill>
              </a:endParaRPr>
            </a:p>
          </p:txBody>
        </p:sp>
        <p:sp>
          <p:nvSpPr>
            <p:cNvPr id="22" name="Shape 3655">
              <a:extLst>
                <a:ext uri="{FF2B5EF4-FFF2-40B4-BE49-F238E27FC236}">
                  <a16:creationId xmlns:a16="http://schemas.microsoft.com/office/drawing/2014/main" id="{6304899D-1B9A-4D26-A599-86D27FE162E6}"/>
                </a:ext>
              </a:extLst>
            </p:cNvPr>
            <p:cNvSpPr/>
            <p:nvPr/>
          </p:nvSpPr>
          <p:spPr>
            <a:xfrm>
              <a:off x="4670398" y="4457721"/>
              <a:ext cx="366313" cy="366313"/>
            </a:xfrm>
            <a:custGeom>
              <a:avLst/>
              <a:gdLst/>
              <a:ahLst/>
              <a:cxnLst>
                <a:cxn ang="0">
                  <a:pos x="wd2" y="hd2"/>
                </a:cxn>
                <a:cxn ang="5400000">
                  <a:pos x="wd2" y="hd2"/>
                </a:cxn>
                <a:cxn ang="10800000">
                  <a:pos x="wd2" y="hd2"/>
                </a:cxn>
                <a:cxn ang="16200000">
                  <a:pos x="wd2" y="hd2"/>
                </a:cxn>
              </a:cxnLst>
              <a:rect l="0" t="0" r="r" b="b"/>
              <a:pathLst>
                <a:path w="21600" h="21600" extrusionOk="0">
                  <a:moveTo>
                    <a:pt x="18164" y="4419"/>
                  </a:moveTo>
                  <a:lnTo>
                    <a:pt x="9327" y="4419"/>
                  </a:lnTo>
                  <a:cubicBezTo>
                    <a:pt x="9056" y="4419"/>
                    <a:pt x="8836" y="4638"/>
                    <a:pt x="8836" y="4909"/>
                  </a:cubicBezTo>
                  <a:cubicBezTo>
                    <a:pt x="8836" y="5180"/>
                    <a:pt x="9056" y="5400"/>
                    <a:pt x="9327" y="5400"/>
                  </a:cubicBezTo>
                  <a:lnTo>
                    <a:pt x="18164" y="5400"/>
                  </a:lnTo>
                  <a:cubicBezTo>
                    <a:pt x="18435" y="5400"/>
                    <a:pt x="18655" y="5180"/>
                    <a:pt x="18655" y="4909"/>
                  </a:cubicBezTo>
                  <a:cubicBezTo>
                    <a:pt x="18655" y="4638"/>
                    <a:pt x="18435" y="4419"/>
                    <a:pt x="18164" y="4419"/>
                  </a:cubicBezTo>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2"/>
                    <a:pt x="879" y="21600"/>
                    <a:pt x="1964" y="21600"/>
                  </a:cubicBezTo>
                  <a:lnTo>
                    <a:pt x="19636" y="21600"/>
                  </a:lnTo>
                  <a:cubicBezTo>
                    <a:pt x="20721" y="21600"/>
                    <a:pt x="21600" y="20722"/>
                    <a:pt x="21600" y="19636"/>
                  </a:cubicBezTo>
                  <a:lnTo>
                    <a:pt x="21600" y="1964"/>
                  </a:lnTo>
                  <a:cubicBezTo>
                    <a:pt x="21600" y="879"/>
                    <a:pt x="20721" y="0"/>
                    <a:pt x="19636" y="0"/>
                  </a:cubicBezTo>
                  <a:moveTo>
                    <a:pt x="18164" y="10310"/>
                  </a:moveTo>
                  <a:lnTo>
                    <a:pt x="9327" y="10310"/>
                  </a:lnTo>
                  <a:cubicBezTo>
                    <a:pt x="9056" y="10310"/>
                    <a:pt x="8836" y="10529"/>
                    <a:pt x="8836" y="10800"/>
                  </a:cubicBezTo>
                  <a:cubicBezTo>
                    <a:pt x="8836" y="11071"/>
                    <a:pt x="9056" y="11291"/>
                    <a:pt x="9327" y="11291"/>
                  </a:cubicBezTo>
                  <a:lnTo>
                    <a:pt x="18164" y="11291"/>
                  </a:lnTo>
                  <a:cubicBezTo>
                    <a:pt x="18435" y="11291"/>
                    <a:pt x="18655" y="11071"/>
                    <a:pt x="18655" y="10800"/>
                  </a:cubicBezTo>
                  <a:cubicBezTo>
                    <a:pt x="18655" y="10529"/>
                    <a:pt x="18435" y="10310"/>
                    <a:pt x="18164" y="10310"/>
                  </a:cubicBezTo>
                  <a:moveTo>
                    <a:pt x="5445" y="16156"/>
                  </a:moveTo>
                  <a:lnTo>
                    <a:pt x="4909" y="14728"/>
                  </a:lnTo>
                  <a:lnTo>
                    <a:pt x="4374" y="16156"/>
                  </a:lnTo>
                  <a:lnTo>
                    <a:pt x="2945" y="16156"/>
                  </a:lnTo>
                  <a:lnTo>
                    <a:pt x="4106" y="17049"/>
                  </a:lnTo>
                  <a:lnTo>
                    <a:pt x="3571" y="18655"/>
                  </a:lnTo>
                  <a:lnTo>
                    <a:pt x="4909" y="17673"/>
                  </a:lnTo>
                  <a:lnTo>
                    <a:pt x="6248" y="18655"/>
                  </a:lnTo>
                  <a:lnTo>
                    <a:pt x="5713" y="17049"/>
                  </a:lnTo>
                  <a:lnTo>
                    <a:pt x="6873" y="16156"/>
                  </a:lnTo>
                  <a:cubicBezTo>
                    <a:pt x="6873" y="16156"/>
                    <a:pt x="5445" y="16156"/>
                    <a:pt x="5445" y="16156"/>
                  </a:cubicBezTo>
                  <a:close/>
                  <a:moveTo>
                    <a:pt x="4909" y="8836"/>
                  </a:moveTo>
                  <a:lnTo>
                    <a:pt x="4374" y="10265"/>
                  </a:lnTo>
                  <a:lnTo>
                    <a:pt x="2945" y="10265"/>
                  </a:lnTo>
                  <a:lnTo>
                    <a:pt x="4106" y="11158"/>
                  </a:lnTo>
                  <a:lnTo>
                    <a:pt x="3571" y="12764"/>
                  </a:lnTo>
                  <a:lnTo>
                    <a:pt x="4909" y="11782"/>
                  </a:lnTo>
                  <a:lnTo>
                    <a:pt x="6248" y="12764"/>
                  </a:lnTo>
                  <a:lnTo>
                    <a:pt x="5713" y="11158"/>
                  </a:lnTo>
                  <a:lnTo>
                    <a:pt x="6873" y="10265"/>
                  </a:lnTo>
                  <a:lnTo>
                    <a:pt x="5445" y="10265"/>
                  </a:lnTo>
                  <a:cubicBezTo>
                    <a:pt x="5445" y="10265"/>
                    <a:pt x="4909" y="8836"/>
                    <a:pt x="4909" y="8836"/>
                  </a:cubicBezTo>
                  <a:close/>
                  <a:moveTo>
                    <a:pt x="4909" y="2945"/>
                  </a:moveTo>
                  <a:lnTo>
                    <a:pt x="4374" y="4374"/>
                  </a:lnTo>
                  <a:lnTo>
                    <a:pt x="2945" y="4374"/>
                  </a:lnTo>
                  <a:lnTo>
                    <a:pt x="4106" y="5267"/>
                  </a:lnTo>
                  <a:lnTo>
                    <a:pt x="3571" y="6873"/>
                  </a:lnTo>
                  <a:lnTo>
                    <a:pt x="4909" y="5891"/>
                  </a:lnTo>
                  <a:lnTo>
                    <a:pt x="6248" y="6873"/>
                  </a:lnTo>
                  <a:lnTo>
                    <a:pt x="5713" y="5267"/>
                  </a:lnTo>
                  <a:lnTo>
                    <a:pt x="6873" y="4374"/>
                  </a:lnTo>
                  <a:lnTo>
                    <a:pt x="5445" y="4374"/>
                  </a:lnTo>
                  <a:cubicBezTo>
                    <a:pt x="5445" y="4374"/>
                    <a:pt x="4909" y="2945"/>
                    <a:pt x="4909" y="2945"/>
                  </a:cubicBezTo>
                  <a:close/>
                  <a:moveTo>
                    <a:pt x="18164" y="16200"/>
                  </a:moveTo>
                  <a:lnTo>
                    <a:pt x="9327" y="16200"/>
                  </a:lnTo>
                  <a:cubicBezTo>
                    <a:pt x="9056" y="16200"/>
                    <a:pt x="8836" y="16421"/>
                    <a:pt x="8836" y="16692"/>
                  </a:cubicBezTo>
                  <a:cubicBezTo>
                    <a:pt x="8836" y="16962"/>
                    <a:pt x="9056" y="17183"/>
                    <a:pt x="9327" y="17183"/>
                  </a:cubicBezTo>
                  <a:lnTo>
                    <a:pt x="18164" y="17183"/>
                  </a:lnTo>
                  <a:cubicBezTo>
                    <a:pt x="18435" y="17183"/>
                    <a:pt x="18655" y="16962"/>
                    <a:pt x="18655" y="16692"/>
                  </a:cubicBezTo>
                  <a:cubicBezTo>
                    <a:pt x="18655" y="16421"/>
                    <a:pt x="18435" y="16200"/>
                    <a:pt x="18164" y="16200"/>
                  </a:cubicBezTo>
                </a:path>
              </a:pathLst>
            </a:custGeom>
            <a:solidFill>
              <a:schemeClr val="bg1"/>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prstClr val="black"/>
                </a:solidFill>
              </a:endParaRPr>
            </a:p>
          </p:txBody>
        </p:sp>
        <p:sp>
          <p:nvSpPr>
            <p:cNvPr id="23" name="Shape 3664">
              <a:extLst>
                <a:ext uri="{FF2B5EF4-FFF2-40B4-BE49-F238E27FC236}">
                  <a16:creationId xmlns:a16="http://schemas.microsoft.com/office/drawing/2014/main" id="{097CB613-DF69-413E-B391-FF9E55939B9A}"/>
                </a:ext>
              </a:extLst>
            </p:cNvPr>
            <p:cNvSpPr/>
            <p:nvPr/>
          </p:nvSpPr>
          <p:spPr>
            <a:xfrm>
              <a:off x="6108961" y="5049595"/>
              <a:ext cx="366313" cy="366313"/>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7"/>
                  </a:cubicBezTo>
                  <a:lnTo>
                    <a:pt x="19602" y="12268"/>
                  </a:lnTo>
                  <a:cubicBezTo>
                    <a:pt x="19256" y="12354"/>
                    <a:pt x="18984" y="12622"/>
                    <a:pt x="18892" y="12966"/>
                  </a:cubicBezTo>
                  <a:cubicBezTo>
                    <a:pt x="18703" y="13673"/>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8"/>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3"/>
                  </a:lnTo>
                  <a:cubicBezTo>
                    <a:pt x="3724" y="15677"/>
                    <a:pt x="3727" y="15295"/>
                    <a:pt x="3548" y="14986"/>
                  </a:cubicBezTo>
                  <a:cubicBezTo>
                    <a:pt x="3179" y="14351"/>
                    <a:pt x="2897" y="13672"/>
                    <a:pt x="2708" y="12966"/>
                  </a:cubicBezTo>
                  <a:cubicBezTo>
                    <a:pt x="2616" y="12622"/>
                    <a:pt x="2343" y="12354"/>
                    <a:pt x="1998" y="12268"/>
                  </a:cubicBezTo>
                  <a:lnTo>
                    <a:pt x="993" y="12017"/>
                  </a:lnTo>
                  <a:cubicBezTo>
                    <a:pt x="989" y="12016"/>
                    <a:pt x="986" y="12014"/>
                    <a:pt x="982" y="12013"/>
                  </a:cubicBezTo>
                  <a:lnTo>
                    <a:pt x="982" y="9587"/>
                  </a:lnTo>
                  <a:lnTo>
                    <a:pt x="1998" y="9333"/>
                  </a:lnTo>
                  <a:cubicBezTo>
                    <a:pt x="2343" y="9247"/>
                    <a:pt x="2616" y="8979"/>
                    <a:pt x="2708" y="8634"/>
                  </a:cubicBezTo>
                  <a:cubicBezTo>
                    <a:pt x="2897" y="7928"/>
                    <a:pt x="3179" y="7250"/>
                    <a:pt x="3548" y="6615"/>
                  </a:cubicBezTo>
                  <a:cubicBezTo>
                    <a:pt x="3727" y="6305"/>
                    <a:pt x="3724" y="5924"/>
                    <a:pt x="3540" y="5617"/>
                  </a:cubicBezTo>
                  <a:lnTo>
                    <a:pt x="3005" y="4725"/>
                  </a:lnTo>
                  <a:cubicBezTo>
                    <a:pt x="3004" y="4722"/>
                    <a:pt x="3002" y="4718"/>
                    <a:pt x="3000" y="4714"/>
                  </a:cubicBezTo>
                  <a:lnTo>
                    <a:pt x="4715" y="3000"/>
                  </a:lnTo>
                  <a:lnTo>
                    <a:pt x="5621" y="3544"/>
                  </a:lnTo>
                  <a:cubicBezTo>
                    <a:pt x="5777" y="3637"/>
                    <a:pt x="5951" y="3683"/>
                    <a:pt x="6127" y="3683"/>
                  </a:cubicBezTo>
                  <a:cubicBezTo>
                    <a:pt x="6296" y="3683"/>
                    <a:pt x="6465" y="3640"/>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40"/>
                    <a:pt x="15304" y="3683"/>
                    <a:pt x="15473" y="3683"/>
                  </a:cubicBezTo>
                  <a:cubicBezTo>
                    <a:pt x="15648" y="3683"/>
                    <a:pt x="15822" y="3637"/>
                    <a:pt x="15978" y="3544"/>
                  </a:cubicBezTo>
                  <a:lnTo>
                    <a:pt x="16884" y="3000"/>
                  </a:lnTo>
                  <a:lnTo>
                    <a:pt x="18600" y="4714"/>
                  </a:lnTo>
                  <a:cubicBezTo>
                    <a:pt x="18598" y="4718"/>
                    <a:pt x="18597" y="4722"/>
                    <a:pt x="18595" y="4726"/>
                  </a:cubicBezTo>
                  <a:lnTo>
                    <a:pt x="18060" y="5617"/>
                  </a:lnTo>
                  <a:cubicBezTo>
                    <a:pt x="17876" y="5924"/>
                    <a:pt x="17873" y="6305"/>
                    <a:pt x="18053" y="6615"/>
                  </a:cubicBezTo>
                  <a:cubicBezTo>
                    <a:pt x="18421" y="7249"/>
                    <a:pt x="18703" y="7928"/>
                    <a:pt x="18892" y="8634"/>
                  </a:cubicBezTo>
                  <a:cubicBezTo>
                    <a:pt x="18984" y="8979"/>
                    <a:pt x="19256" y="9247"/>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1"/>
                  </a:lnTo>
                  <a:cubicBezTo>
                    <a:pt x="19625" y="4871"/>
                    <a:pt x="19736" y="4463"/>
                    <a:pt x="19455" y="4182"/>
                  </a:cubicBezTo>
                  <a:lnTo>
                    <a:pt x="17419" y="2146"/>
                  </a:lnTo>
                  <a:cubicBezTo>
                    <a:pt x="17292" y="2018"/>
                    <a:pt x="17136" y="1968"/>
                    <a:pt x="16975" y="1968"/>
                  </a:cubicBezTo>
                  <a:cubicBezTo>
                    <a:pt x="16778" y="1968"/>
                    <a:pt x="16572" y="2043"/>
                    <a:pt x="16400" y="2146"/>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6"/>
                  </a:lnTo>
                  <a:cubicBezTo>
                    <a:pt x="5028" y="2043"/>
                    <a:pt x="4822" y="1968"/>
                    <a:pt x="4625" y="1968"/>
                  </a:cubicBezTo>
                  <a:cubicBezTo>
                    <a:pt x="4464" y="1968"/>
                    <a:pt x="4308" y="2018"/>
                    <a:pt x="4181" y="2146"/>
                  </a:cubicBezTo>
                  <a:lnTo>
                    <a:pt x="2145" y="4182"/>
                  </a:lnTo>
                  <a:cubicBezTo>
                    <a:pt x="1864" y="4463"/>
                    <a:pt x="1975" y="4871"/>
                    <a:pt x="2145" y="5201"/>
                  </a:cubicBezTo>
                  <a:lnTo>
                    <a:pt x="2698" y="6122"/>
                  </a:lnTo>
                  <a:cubicBezTo>
                    <a:pt x="2292" y="6822"/>
                    <a:pt x="1973" y="7580"/>
                    <a:pt x="1759" y="8380"/>
                  </a:cubicBezTo>
                  <a:lnTo>
                    <a:pt x="720" y="8641"/>
                  </a:lnTo>
                  <a:cubicBezTo>
                    <a:pt x="367" y="8730"/>
                    <a:pt x="0" y="8963"/>
                    <a:pt x="0" y="9361"/>
                  </a:cubicBezTo>
                  <a:lnTo>
                    <a:pt x="0" y="12240"/>
                  </a:lnTo>
                  <a:cubicBezTo>
                    <a:pt x="0" y="12638"/>
                    <a:pt x="367" y="12848"/>
                    <a:pt x="720" y="12960"/>
                  </a:cubicBezTo>
                  <a:lnTo>
                    <a:pt x="1759" y="13220"/>
                  </a:lnTo>
                  <a:cubicBezTo>
                    <a:pt x="1973" y="14021"/>
                    <a:pt x="2292" y="14778"/>
                    <a:pt x="2698" y="15479"/>
                  </a:cubicBezTo>
                  <a:lnTo>
                    <a:pt x="2145" y="16400"/>
                  </a:lnTo>
                  <a:cubicBezTo>
                    <a:pt x="1959" y="16714"/>
                    <a:pt x="1864" y="17138"/>
                    <a:pt x="2145" y="17419"/>
                  </a:cubicBezTo>
                  <a:lnTo>
                    <a:pt x="4181" y="19455"/>
                  </a:lnTo>
                  <a:cubicBezTo>
                    <a:pt x="4305" y="19579"/>
                    <a:pt x="4454" y="19627"/>
                    <a:pt x="4610" y="19627"/>
                  </a:cubicBezTo>
                  <a:cubicBezTo>
                    <a:pt x="4807" y="19627"/>
                    <a:pt x="5016" y="19550"/>
                    <a:pt x="5200" y="19455"/>
                  </a:cubicBezTo>
                  <a:lnTo>
                    <a:pt x="6127" y="18899"/>
                  </a:lnTo>
                  <a:cubicBezTo>
                    <a:pt x="6825" y="19303"/>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3"/>
                    <a:pt x="15473" y="18899"/>
                  </a:cubicBezTo>
                  <a:lnTo>
                    <a:pt x="16400" y="19455"/>
                  </a:lnTo>
                  <a:cubicBezTo>
                    <a:pt x="16584" y="19550"/>
                    <a:pt x="16793" y="19627"/>
                    <a:pt x="16990" y="19627"/>
                  </a:cubicBezTo>
                  <a:cubicBezTo>
                    <a:pt x="17146" y="19627"/>
                    <a:pt x="17294" y="19579"/>
                    <a:pt x="17419" y="19455"/>
                  </a:cubicBezTo>
                  <a:lnTo>
                    <a:pt x="19455" y="17419"/>
                  </a:lnTo>
                  <a:cubicBezTo>
                    <a:pt x="19736" y="17138"/>
                    <a:pt x="19641" y="16714"/>
                    <a:pt x="19455" y="16400"/>
                  </a:cubicBezTo>
                  <a:lnTo>
                    <a:pt x="18902" y="15479"/>
                  </a:lnTo>
                  <a:cubicBezTo>
                    <a:pt x="19308" y="14778"/>
                    <a:pt x="19626" y="14021"/>
                    <a:pt x="19841" y="13220"/>
                  </a:cubicBezTo>
                  <a:lnTo>
                    <a:pt x="20880" y="12960"/>
                  </a:lnTo>
                  <a:cubicBezTo>
                    <a:pt x="21233" y="12848"/>
                    <a:pt x="21600" y="12638"/>
                    <a:pt x="21600" y="12240"/>
                  </a:cubicBezTo>
                  <a:lnTo>
                    <a:pt x="21600" y="9361"/>
                  </a:lnTo>
                  <a:cubicBezTo>
                    <a:pt x="21600" y="8963"/>
                    <a:pt x="21233" y="8730"/>
                    <a:pt x="20880" y="8641"/>
                  </a:cubicBezTo>
                </a:path>
              </a:pathLst>
            </a:custGeom>
            <a:solidFill>
              <a:schemeClr val="bg1"/>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prstClr val="black"/>
                </a:solidFill>
              </a:endParaRPr>
            </a:p>
          </p:txBody>
        </p:sp>
      </p:grpSp>
    </p:spTree>
    <p:extLst>
      <p:ext uri="{BB962C8B-B14F-4D97-AF65-F5344CB8AC3E}">
        <p14:creationId xmlns:p14="http://schemas.microsoft.com/office/powerpoint/2010/main" val="4137866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037053" y="2789228"/>
            <a:ext cx="362984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Coding Journey</a:t>
            </a:r>
            <a:endPar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spTree>
    <p:extLst>
      <p:ext uri="{BB962C8B-B14F-4D97-AF65-F5344CB8AC3E}">
        <p14:creationId xmlns:p14="http://schemas.microsoft.com/office/powerpoint/2010/main" val="3304803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Dummy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8" name="Picture 7">
            <a:extLst>
              <a:ext uri="{FF2B5EF4-FFF2-40B4-BE49-F238E27FC236}">
                <a16:creationId xmlns:a16="http://schemas.microsoft.com/office/drawing/2014/main" id="{15397A84-50F3-25CB-889E-6A24AD148CD4}"/>
              </a:ext>
            </a:extLst>
          </p:cNvPr>
          <p:cNvPicPr>
            <a:picLocks noChangeAspect="1"/>
          </p:cNvPicPr>
          <p:nvPr/>
        </p:nvPicPr>
        <p:blipFill>
          <a:blip r:embed="rId5"/>
          <a:stretch>
            <a:fillRect/>
          </a:stretch>
        </p:blipFill>
        <p:spPr>
          <a:xfrm>
            <a:off x="476250" y="1897379"/>
            <a:ext cx="4095477" cy="4001288"/>
          </a:xfrm>
          <a:prstGeom prst="rect">
            <a:avLst/>
          </a:prstGeom>
        </p:spPr>
      </p:pic>
      <p:pic>
        <p:nvPicPr>
          <p:cNvPr id="10" name="Picture 9">
            <a:extLst>
              <a:ext uri="{FF2B5EF4-FFF2-40B4-BE49-F238E27FC236}">
                <a16:creationId xmlns:a16="http://schemas.microsoft.com/office/drawing/2014/main" id="{D1F561EC-58AE-011D-DF43-4C690C6D67B1}"/>
              </a:ext>
            </a:extLst>
          </p:cNvPr>
          <p:cNvPicPr>
            <a:picLocks noChangeAspect="1"/>
          </p:cNvPicPr>
          <p:nvPr/>
        </p:nvPicPr>
        <p:blipFill>
          <a:blip r:embed="rId6"/>
          <a:stretch>
            <a:fillRect/>
          </a:stretch>
        </p:blipFill>
        <p:spPr>
          <a:xfrm>
            <a:off x="4710004" y="1948490"/>
            <a:ext cx="3273412" cy="2495004"/>
          </a:xfrm>
          <a:prstGeom prst="rect">
            <a:avLst/>
          </a:prstGeom>
        </p:spPr>
      </p:pic>
      <p:pic>
        <p:nvPicPr>
          <p:cNvPr id="49" name="Picture 48">
            <a:extLst>
              <a:ext uri="{FF2B5EF4-FFF2-40B4-BE49-F238E27FC236}">
                <a16:creationId xmlns:a16="http://schemas.microsoft.com/office/drawing/2014/main" id="{6F709D04-731E-8C77-9636-7FB2D61C0E29}"/>
              </a:ext>
            </a:extLst>
          </p:cNvPr>
          <p:cNvPicPr>
            <a:picLocks noChangeAspect="1"/>
          </p:cNvPicPr>
          <p:nvPr/>
        </p:nvPicPr>
        <p:blipFill>
          <a:blip r:embed="rId7"/>
          <a:stretch>
            <a:fillRect/>
          </a:stretch>
        </p:blipFill>
        <p:spPr>
          <a:xfrm>
            <a:off x="4901780" y="4753702"/>
            <a:ext cx="2628299" cy="900729"/>
          </a:xfrm>
          <a:prstGeom prst="rect">
            <a:avLst/>
          </a:prstGeom>
        </p:spPr>
      </p:pic>
    </p:spTree>
    <p:extLst>
      <p:ext uri="{BB962C8B-B14F-4D97-AF65-F5344CB8AC3E}">
        <p14:creationId xmlns:p14="http://schemas.microsoft.com/office/powerpoint/2010/main" val="19537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Dummy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2" name="Picture 1">
            <a:extLst>
              <a:ext uri="{FF2B5EF4-FFF2-40B4-BE49-F238E27FC236}">
                <a16:creationId xmlns:a16="http://schemas.microsoft.com/office/drawing/2014/main" id="{D3773E63-5EA0-1846-EAE8-B52805778DF9}"/>
              </a:ext>
            </a:extLst>
          </p:cNvPr>
          <p:cNvPicPr>
            <a:picLocks noChangeAspect="1"/>
          </p:cNvPicPr>
          <p:nvPr/>
        </p:nvPicPr>
        <p:blipFill>
          <a:blip r:embed="rId5"/>
          <a:stretch>
            <a:fillRect/>
          </a:stretch>
        </p:blipFill>
        <p:spPr>
          <a:xfrm>
            <a:off x="618675" y="1601777"/>
            <a:ext cx="4061181" cy="1219802"/>
          </a:xfrm>
          <a:prstGeom prst="rect">
            <a:avLst/>
          </a:prstGeom>
        </p:spPr>
      </p:pic>
      <p:pic>
        <p:nvPicPr>
          <p:cNvPr id="9" name="Picture 8">
            <a:extLst>
              <a:ext uri="{FF2B5EF4-FFF2-40B4-BE49-F238E27FC236}">
                <a16:creationId xmlns:a16="http://schemas.microsoft.com/office/drawing/2014/main" id="{41C1F620-0E0C-9C52-AE1A-79794518E017}"/>
              </a:ext>
            </a:extLst>
          </p:cNvPr>
          <p:cNvPicPr>
            <a:picLocks noChangeAspect="1"/>
          </p:cNvPicPr>
          <p:nvPr/>
        </p:nvPicPr>
        <p:blipFill>
          <a:blip r:embed="rId6"/>
          <a:stretch>
            <a:fillRect/>
          </a:stretch>
        </p:blipFill>
        <p:spPr>
          <a:xfrm>
            <a:off x="687376" y="3089856"/>
            <a:ext cx="4148544" cy="3118505"/>
          </a:xfrm>
          <a:prstGeom prst="rect">
            <a:avLst/>
          </a:prstGeom>
        </p:spPr>
      </p:pic>
      <p:pic>
        <p:nvPicPr>
          <p:cNvPr id="15" name="Picture 14">
            <a:extLst>
              <a:ext uri="{FF2B5EF4-FFF2-40B4-BE49-F238E27FC236}">
                <a16:creationId xmlns:a16="http://schemas.microsoft.com/office/drawing/2014/main" id="{1827237E-6FDB-B68D-2DF7-A199052DCB77}"/>
              </a:ext>
            </a:extLst>
          </p:cNvPr>
          <p:cNvPicPr>
            <a:picLocks noChangeAspect="1"/>
          </p:cNvPicPr>
          <p:nvPr/>
        </p:nvPicPr>
        <p:blipFill>
          <a:blip r:embed="rId7"/>
          <a:stretch>
            <a:fillRect/>
          </a:stretch>
        </p:blipFill>
        <p:spPr>
          <a:xfrm>
            <a:off x="5203270" y="1454379"/>
            <a:ext cx="5443353" cy="1899804"/>
          </a:xfrm>
          <a:prstGeom prst="rect">
            <a:avLst/>
          </a:prstGeom>
        </p:spPr>
      </p:pic>
    </p:spTree>
    <p:extLst>
      <p:ext uri="{BB962C8B-B14F-4D97-AF65-F5344CB8AC3E}">
        <p14:creationId xmlns:p14="http://schemas.microsoft.com/office/powerpoint/2010/main" val="187184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Dummy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8" name="Picture 7">
            <a:extLst>
              <a:ext uri="{FF2B5EF4-FFF2-40B4-BE49-F238E27FC236}">
                <a16:creationId xmlns:a16="http://schemas.microsoft.com/office/drawing/2014/main" id="{243B65B1-8890-F208-D048-F93E6509E1E8}"/>
              </a:ext>
            </a:extLst>
          </p:cNvPr>
          <p:cNvPicPr>
            <a:picLocks noChangeAspect="1"/>
          </p:cNvPicPr>
          <p:nvPr/>
        </p:nvPicPr>
        <p:blipFill>
          <a:blip r:embed="rId5"/>
          <a:stretch>
            <a:fillRect/>
          </a:stretch>
        </p:blipFill>
        <p:spPr>
          <a:xfrm>
            <a:off x="592782" y="1370778"/>
            <a:ext cx="3473345" cy="1849583"/>
          </a:xfrm>
          <a:prstGeom prst="rect">
            <a:avLst/>
          </a:prstGeom>
        </p:spPr>
      </p:pic>
      <p:pic>
        <p:nvPicPr>
          <p:cNvPr id="14" name="Picture 13">
            <a:extLst>
              <a:ext uri="{FF2B5EF4-FFF2-40B4-BE49-F238E27FC236}">
                <a16:creationId xmlns:a16="http://schemas.microsoft.com/office/drawing/2014/main" id="{35717E6A-D580-9404-ECF8-016AFA20E4AA}"/>
              </a:ext>
            </a:extLst>
          </p:cNvPr>
          <p:cNvPicPr>
            <a:picLocks noChangeAspect="1"/>
          </p:cNvPicPr>
          <p:nvPr/>
        </p:nvPicPr>
        <p:blipFill>
          <a:blip r:embed="rId6"/>
          <a:stretch>
            <a:fillRect/>
          </a:stretch>
        </p:blipFill>
        <p:spPr>
          <a:xfrm>
            <a:off x="365066" y="3655835"/>
            <a:ext cx="3701061" cy="1521369"/>
          </a:xfrm>
          <a:prstGeom prst="rect">
            <a:avLst/>
          </a:prstGeom>
        </p:spPr>
      </p:pic>
      <p:pic>
        <p:nvPicPr>
          <p:cNvPr id="17" name="Picture 16">
            <a:extLst>
              <a:ext uri="{FF2B5EF4-FFF2-40B4-BE49-F238E27FC236}">
                <a16:creationId xmlns:a16="http://schemas.microsoft.com/office/drawing/2014/main" id="{C5EBBD78-95EE-520D-A08E-96D7721A33EC}"/>
              </a:ext>
            </a:extLst>
          </p:cNvPr>
          <p:cNvPicPr>
            <a:picLocks noChangeAspect="1"/>
          </p:cNvPicPr>
          <p:nvPr/>
        </p:nvPicPr>
        <p:blipFill>
          <a:blip r:embed="rId7"/>
          <a:stretch>
            <a:fillRect/>
          </a:stretch>
        </p:blipFill>
        <p:spPr>
          <a:xfrm>
            <a:off x="4559082" y="1360127"/>
            <a:ext cx="2970997" cy="2068873"/>
          </a:xfrm>
          <a:prstGeom prst="rect">
            <a:avLst/>
          </a:prstGeom>
        </p:spPr>
      </p:pic>
      <p:pic>
        <p:nvPicPr>
          <p:cNvPr id="19" name="Picture 18">
            <a:extLst>
              <a:ext uri="{FF2B5EF4-FFF2-40B4-BE49-F238E27FC236}">
                <a16:creationId xmlns:a16="http://schemas.microsoft.com/office/drawing/2014/main" id="{A7CA2CBE-913E-B7CF-A0F9-79FAF96D9356}"/>
              </a:ext>
            </a:extLst>
          </p:cNvPr>
          <p:cNvPicPr>
            <a:picLocks noChangeAspect="1"/>
          </p:cNvPicPr>
          <p:nvPr/>
        </p:nvPicPr>
        <p:blipFill>
          <a:blip r:embed="rId8"/>
          <a:stretch>
            <a:fillRect/>
          </a:stretch>
        </p:blipFill>
        <p:spPr>
          <a:xfrm>
            <a:off x="8122089" y="1497664"/>
            <a:ext cx="3229992" cy="1994007"/>
          </a:xfrm>
          <a:prstGeom prst="rect">
            <a:avLst/>
          </a:prstGeom>
        </p:spPr>
      </p:pic>
      <p:pic>
        <p:nvPicPr>
          <p:cNvPr id="21" name="Picture 20">
            <a:extLst>
              <a:ext uri="{FF2B5EF4-FFF2-40B4-BE49-F238E27FC236}">
                <a16:creationId xmlns:a16="http://schemas.microsoft.com/office/drawing/2014/main" id="{CED434B0-B507-48B6-0D9B-C9B0F1A55561}"/>
              </a:ext>
            </a:extLst>
          </p:cNvPr>
          <p:cNvPicPr>
            <a:picLocks noChangeAspect="1"/>
          </p:cNvPicPr>
          <p:nvPr/>
        </p:nvPicPr>
        <p:blipFill>
          <a:blip r:embed="rId9"/>
          <a:stretch>
            <a:fillRect/>
          </a:stretch>
        </p:blipFill>
        <p:spPr>
          <a:xfrm>
            <a:off x="4799023" y="3891840"/>
            <a:ext cx="5836181" cy="1484568"/>
          </a:xfrm>
          <a:prstGeom prst="rect">
            <a:avLst/>
          </a:prstGeom>
        </p:spPr>
      </p:pic>
    </p:spTree>
    <p:extLst>
      <p:ext uri="{BB962C8B-B14F-4D97-AF65-F5344CB8AC3E}">
        <p14:creationId xmlns:p14="http://schemas.microsoft.com/office/powerpoint/2010/main" val="420462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98458"/>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Dummy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3" name="Picture 2">
            <a:extLst>
              <a:ext uri="{FF2B5EF4-FFF2-40B4-BE49-F238E27FC236}">
                <a16:creationId xmlns:a16="http://schemas.microsoft.com/office/drawing/2014/main" id="{A06C1148-3481-AC11-BF9A-A33C75F41483}"/>
              </a:ext>
            </a:extLst>
          </p:cNvPr>
          <p:cNvPicPr>
            <a:picLocks noChangeAspect="1"/>
          </p:cNvPicPr>
          <p:nvPr/>
        </p:nvPicPr>
        <p:blipFill>
          <a:blip r:embed="rId5"/>
          <a:stretch>
            <a:fillRect/>
          </a:stretch>
        </p:blipFill>
        <p:spPr>
          <a:xfrm>
            <a:off x="402668" y="1475653"/>
            <a:ext cx="4474789" cy="2756271"/>
          </a:xfrm>
          <a:prstGeom prst="rect">
            <a:avLst/>
          </a:prstGeom>
        </p:spPr>
      </p:pic>
      <p:pic>
        <p:nvPicPr>
          <p:cNvPr id="10" name="Picture 9">
            <a:extLst>
              <a:ext uri="{FF2B5EF4-FFF2-40B4-BE49-F238E27FC236}">
                <a16:creationId xmlns:a16="http://schemas.microsoft.com/office/drawing/2014/main" id="{D92BA2F5-FF81-70E3-667D-3707EDDAE9B0}"/>
              </a:ext>
            </a:extLst>
          </p:cNvPr>
          <p:cNvPicPr>
            <a:picLocks noChangeAspect="1"/>
          </p:cNvPicPr>
          <p:nvPr/>
        </p:nvPicPr>
        <p:blipFill>
          <a:blip r:embed="rId6"/>
          <a:stretch>
            <a:fillRect/>
          </a:stretch>
        </p:blipFill>
        <p:spPr>
          <a:xfrm>
            <a:off x="582132" y="4490219"/>
            <a:ext cx="3928286" cy="2002656"/>
          </a:xfrm>
          <a:prstGeom prst="rect">
            <a:avLst/>
          </a:prstGeom>
        </p:spPr>
      </p:pic>
      <p:pic>
        <p:nvPicPr>
          <p:cNvPr id="16" name="Picture 15">
            <a:extLst>
              <a:ext uri="{FF2B5EF4-FFF2-40B4-BE49-F238E27FC236}">
                <a16:creationId xmlns:a16="http://schemas.microsoft.com/office/drawing/2014/main" id="{C0CEA858-4BC7-FC1A-5709-A5BC8701E9D3}"/>
              </a:ext>
            </a:extLst>
          </p:cNvPr>
          <p:cNvPicPr>
            <a:picLocks noChangeAspect="1"/>
          </p:cNvPicPr>
          <p:nvPr/>
        </p:nvPicPr>
        <p:blipFill>
          <a:blip r:embed="rId7"/>
          <a:stretch>
            <a:fillRect/>
          </a:stretch>
        </p:blipFill>
        <p:spPr>
          <a:xfrm>
            <a:off x="5153651" y="1787519"/>
            <a:ext cx="6786499" cy="1992861"/>
          </a:xfrm>
          <a:prstGeom prst="rect">
            <a:avLst/>
          </a:prstGeom>
        </p:spPr>
      </p:pic>
      <p:pic>
        <p:nvPicPr>
          <p:cNvPr id="20" name="Picture 19">
            <a:extLst>
              <a:ext uri="{FF2B5EF4-FFF2-40B4-BE49-F238E27FC236}">
                <a16:creationId xmlns:a16="http://schemas.microsoft.com/office/drawing/2014/main" id="{C73A53FF-9E1A-E18F-FE73-1BD8532CBF22}"/>
              </a:ext>
            </a:extLst>
          </p:cNvPr>
          <p:cNvPicPr>
            <a:picLocks noChangeAspect="1"/>
          </p:cNvPicPr>
          <p:nvPr/>
        </p:nvPicPr>
        <p:blipFill>
          <a:blip r:embed="rId8"/>
          <a:stretch>
            <a:fillRect/>
          </a:stretch>
        </p:blipFill>
        <p:spPr>
          <a:xfrm>
            <a:off x="7530079" y="3665839"/>
            <a:ext cx="2224507" cy="2556798"/>
          </a:xfrm>
          <a:prstGeom prst="rect">
            <a:avLst/>
          </a:prstGeom>
        </p:spPr>
      </p:pic>
    </p:spTree>
    <p:extLst>
      <p:ext uri="{BB962C8B-B14F-4D97-AF65-F5344CB8AC3E}">
        <p14:creationId xmlns:p14="http://schemas.microsoft.com/office/powerpoint/2010/main" val="3055321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98458"/>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Dummy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8" name="Picture 7">
            <a:extLst>
              <a:ext uri="{FF2B5EF4-FFF2-40B4-BE49-F238E27FC236}">
                <a16:creationId xmlns:a16="http://schemas.microsoft.com/office/drawing/2014/main" id="{7C12E986-84C7-0F68-8D64-1DF77C3EE499}"/>
              </a:ext>
            </a:extLst>
          </p:cNvPr>
          <p:cNvPicPr>
            <a:picLocks noChangeAspect="1"/>
          </p:cNvPicPr>
          <p:nvPr/>
        </p:nvPicPr>
        <p:blipFill>
          <a:blip r:embed="rId5"/>
          <a:stretch>
            <a:fillRect/>
          </a:stretch>
        </p:blipFill>
        <p:spPr>
          <a:xfrm>
            <a:off x="668457" y="1382190"/>
            <a:ext cx="6060411" cy="1796137"/>
          </a:xfrm>
          <a:prstGeom prst="rect">
            <a:avLst/>
          </a:prstGeom>
        </p:spPr>
      </p:pic>
      <p:pic>
        <p:nvPicPr>
          <p:cNvPr id="14" name="Picture 13">
            <a:extLst>
              <a:ext uri="{FF2B5EF4-FFF2-40B4-BE49-F238E27FC236}">
                <a16:creationId xmlns:a16="http://schemas.microsoft.com/office/drawing/2014/main" id="{E1D42581-8AFE-CECA-B67D-6E291E45B50C}"/>
              </a:ext>
            </a:extLst>
          </p:cNvPr>
          <p:cNvPicPr>
            <a:picLocks noChangeAspect="1"/>
          </p:cNvPicPr>
          <p:nvPr/>
        </p:nvPicPr>
        <p:blipFill>
          <a:blip r:embed="rId6"/>
          <a:stretch>
            <a:fillRect/>
          </a:stretch>
        </p:blipFill>
        <p:spPr>
          <a:xfrm>
            <a:off x="993150" y="3519863"/>
            <a:ext cx="4972634" cy="2740658"/>
          </a:xfrm>
          <a:prstGeom prst="rect">
            <a:avLst/>
          </a:prstGeom>
        </p:spPr>
      </p:pic>
    </p:spTree>
    <p:extLst>
      <p:ext uri="{BB962C8B-B14F-4D97-AF65-F5344CB8AC3E}">
        <p14:creationId xmlns:p14="http://schemas.microsoft.com/office/powerpoint/2010/main" val="435031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98458"/>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Dummy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3" name="Picture 2">
            <a:extLst>
              <a:ext uri="{FF2B5EF4-FFF2-40B4-BE49-F238E27FC236}">
                <a16:creationId xmlns:a16="http://schemas.microsoft.com/office/drawing/2014/main" id="{D47A5892-61AD-ED4F-BA5C-938271968A44}"/>
              </a:ext>
            </a:extLst>
          </p:cNvPr>
          <p:cNvPicPr>
            <a:picLocks noChangeAspect="1"/>
          </p:cNvPicPr>
          <p:nvPr/>
        </p:nvPicPr>
        <p:blipFill>
          <a:blip r:embed="rId5"/>
          <a:stretch>
            <a:fillRect/>
          </a:stretch>
        </p:blipFill>
        <p:spPr>
          <a:xfrm>
            <a:off x="476250" y="1333500"/>
            <a:ext cx="4863760" cy="1909139"/>
          </a:xfrm>
          <a:prstGeom prst="rect">
            <a:avLst/>
          </a:prstGeom>
        </p:spPr>
      </p:pic>
      <p:pic>
        <p:nvPicPr>
          <p:cNvPr id="10" name="Picture 9">
            <a:extLst>
              <a:ext uri="{FF2B5EF4-FFF2-40B4-BE49-F238E27FC236}">
                <a16:creationId xmlns:a16="http://schemas.microsoft.com/office/drawing/2014/main" id="{2DCE96FF-7B71-FE2E-9406-779E8B40FDB7}"/>
              </a:ext>
            </a:extLst>
          </p:cNvPr>
          <p:cNvPicPr>
            <a:picLocks noChangeAspect="1"/>
          </p:cNvPicPr>
          <p:nvPr/>
        </p:nvPicPr>
        <p:blipFill>
          <a:blip r:embed="rId6"/>
          <a:stretch>
            <a:fillRect/>
          </a:stretch>
        </p:blipFill>
        <p:spPr>
          <a:xfrm>
            <a:off x="523415" y="3690193"/>
            <a:ext cx="4464908" cy="2254758"/>
          </a:xfrm>
          <a:prstGeom prst="rect">
            <a:avLst/>
          </a:prstGeom>
        </p:spPr>
      </p:pic>
    </p:spTree>
    <p:extLst>
      <p:ext uri="{BB962C8B-B14F-4D97-AF65-F5344CB8AC3E}">
        <p14:creationId xmlns:p14="http://schemas.microsoft.com/office/powerpoint/2010/main" val="3714868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98458"/>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Dummy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8" name="Picture 7">
            <a:extLst>
              <a:ext uri="{FF2B5EF4-FFF2-40B4-BE49-F238E27FC236}">
                <a16:creationId xmlns:a16="http://schemas.microsoft.com/office/drawing/2014/main" id="{9A8AB9E0-A6A9-2016-36FD-62A234435FFF}"/>
              </a:ext>
            </a:extLst>
          </p:cNvPr>
          <p:cNvPicPr>
            <a:picLocks noChangeAspect="1"/>
          </p:cNvPicPr>
          <p:nvPr/>
        </p:nvPicPr>
        <p:blipFill>
          <a:blip r:embed="rId5"/>
          <a:stretch>
            <a:fillRect/>
          </a:stretch>
        </p:blipFill>
        <p:spPr>
          <a:xfrm>
            <a:off x="744132" y="1820713"/>
            <a:ext cx="9996652" cy="3177744"/>
          </a:xfrm>
          <a:prstGeom prst="rect">
            <a:avLst/>
          </a:prstGeom>
        </p:spPr>
      </p:pic>
    </p:spTree>
    <p:extLst>
      <p:ext uri="{BB962C8B-B14F-4D97-AF65-F5344CB8AC3E}">
        <p14:creationId xmlns:p14="http://schemas.microsoft.com/office/powerpoint/2010/main" val="579396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98458"/>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Dummy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3" name="Picture 2">
            <a:extLst>
              <a:ext uri="{FF2B5EF4-FFF2-40B4-BE49-F238E27FC236}">
                <a16:creationId xmlns:a16="http://schemas.microsoft.com/office/drawing/2014/main" id="{89BC2D63-403B-151A-F937-430DB5720C3F}"/>
              </a:ext>
            </a:extLst>
          </p:cNvPr>
          <p:cNvPicPr>
            <a:picLocks noChangeAspect="1"/>
          </p:cNvPicPr>
          <p:nvPr/>
        </p:nvPicPr>
        <p:blipFill>
          <a:blip r:embed="rId5"/>
          <a:stretch>
            <a:fillRect/>
          </a:stretch>
        </p:blipFill>
        <p:spPr>
          <a:xfrm>
            <a:off x="1172955" y="1632022"/>
            <a:ext cx="9146102" cy="4575332"/>
          </a:xfrm>
          <a:prstGeom prst="rect">
            <a:avLst/>
          </a:prstGeom>
        </p:spPr>
      </p:pic>
    </p:spTree>
    <p:extLst>
      <p:ext uri="{BB962C8B-B14F-4D97-AF65-F5344CB8AC3E}">
        <p14:creationId xmlns:p14="http://schemas.microsoft.com/office/powerpoint/2010/main" val="2643454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98458"/>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Dummy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8" name="Picture 7">
            <a:extLst>
              <a:ext uri="{FF2B5EF4-FFF2-40B4-BE49-F238E27FC236}">
                <a16:creationId xmlns:a16="http://schemas.microsoft.com/office/drawing/2014/main" id="{9808D467-7AEE-7F1E-DF69-968F647C5F68}"/>
              </a:ext>
            </a:extLst>
          </p:cNvPr>
          <p:cNvPicPr>
            <a:picLocks noChangeAspect="1"/>
          </p:cNvPicPr>
          <p:nvPr/>
        </p:nvPicPr>
        <p:blipFill>
          <a:blip r:embed="rId5"/>
          <a:stretch>
            <a:fillRect/>
          </a:stretch>
        </p:blipFill>
        <p:spPr>
          <a:xfrm>
            <a:off x="1655402" y="1554929"/>
            <a:ext cx="8464985" cy="4705592"/>
          </a:xfrm>
          <a:prstGeom prst="rect">
            <a:avLst/>
          </a:prstGeom>
        </p:spPr>
      </p:pic>
    </p:spTree>
    <p:extLst>
      <p:ext uri="{BB962C8B-B14F-4D97-AF65-F5344CB8AC3E}">
        <p14:creationId xmlns:p14="http://schemas.microsoft.com/office/powerpoint/2010/main" val="1708661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a:t>
            </a: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Actual</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3" name="Picture 2">
            <a:extLst>
              <a:ext uri="{FF2B5EF4-FFF2-40B4-BE49-F238E27FC236}">
                <a16:creationId xmlns:a16="http://schemas.microsoft.com/office/drawing/2014/main" id="{37BCBA4E-3F78-D352-48A8-B3FB19744DD9}"/>
              </a:ext>
            </a:extLst>
          </p:cNvPr>
          <p:cNvPicPr>
            <a:picLocks noChangeAspect="1"/>
          </p:cNvPicPr>
          <p:nvPr/>
        </p:nvPicPr>
        <p:blipFill>
          <a:blip r:embed="rId5"/>
          <a:stretch>
            <a:fillRect/>
          </a:stretch>
        </p:blipFill>
        <p:spPr>
          <a:xfrm>
            <a:off x="264160" y="1671346"/>
            <a:ext cx="6712373" cy="2445012"/>
          </a:xfrm>
          <a:prstGeom prst="rect">
            <a:avLst/>
          </a:prstGeom>
        </p:spPr>
      </p:pic>
      <p:pic>
        <p:nvPicPr>
          <p:cNvPr id="14" name="Picture 13">
            <a:extLst>
              <a:ext uri="{FF2B5EF4-FFF2-40B4-BE49-F238E27FC236}">
                <a16:creationId xmlns:a16="http://schemas.microsoft.com/office/drawing/2014/main" id="{05518897-EBC7-0A60-532F-3A174A77AE69}"/>
              </a:ext>
            </a:extLst>
          </p:cNvPr>
          <p:cNvPicPr>
            <a:picLocks noChangeAspect="1"/>
          </p:cNvPicPr>
          <p:nvPr/>
        </p:nvPicPr>
        <p:blipFill>
          <a:blip r:embed="rId6"/>
          <a:stretch>
            <a:fillRect/>
          </a:stretch>
        </p:blipFill>
        <p:spPr>
          <a:xfrm>
            <a:off x="7174500" y="1647482"/>
            <a:ext cx="4753340" cy="1974621"/>
          </a:xfrm>
          <a:prstGeom prst="rect">
            <a:avLst/>
          </a:prstGeom>
        </p:spPr>
      </p:pic>
      <p:pic>
        <p:nvPicPr>
          <p:cNvPr id="18" name="Picture 17">
            <a:extLst>
              <a:ext uri="{FF2B5EF4-FFF2-40B4-BE49-F238E27FC236}">
                <a16:creationId xmlns:a16="http://schemas.microsoft.com/office/drawing/2014/main" id="{63F415C0-EFD8-D000-ADF3-BF865B708CC0}"/>
              </a:ext>
            </a:extLst>
          </p:cNvPr>
          <p:cNvPicPr>
            <a:picLocks noChangeAspect="1"/>
          </p:cNvPicPr>
          <p:nvPr/>
        </p:nvPicPr>
        <p:blipFill>
          <a:blip r:embed="rId7"/>
          <a:stretch>
            <a:fillRect/>
          </a:stretch>
        </p:blipFill>
        <p:spPr>
          <a:xfrm>
            <a:off x="7211570" y="3722720"/>
            <a:ext cx="3729904" cy="1223966"/>
          </a:xfrm>
          <a:prstGeom prst="rect">
            <a:avLst/>
          </a:prstGeom>
        </p:spPr>
      </p:pic>
      <p:pic>
        <p:nvPicPr>
          <p:cNvPr id="20" name="Picture 19">
            <a:extLst>
              <a:ext uri="{FF2B5EF4-FFF2-40B4-BE49-F238E27FC236}">
                <a16:creationId xmlns:a16="http://schemas.microsoft.com/office/drawing/2014/main" id="{6F1E8CFE-3D79-F408-F865-520585AB896B}"/>
              </a:ext>
            </a:extLst>
          </p:cNvPr>
          <p:cNvPicPr>
            <a:picLocks noChangeAspect="1"/>
          </p:cNvPicPr>
          <p:nvPr/>
        </p:nvPicPr>
        <p:blipFill>
          <a:blip r:embed="rId8"/>
          <a:stretch>
            <a:fillRect/>
          </a:stretch>
        </p:blipFill>
        <p:spPr>
          <a:xfrm>
            <a:off x="4369808" y="5350990"/>
            <a:ext cx="3452383" cy="574519"/>
          </a:xfrm>
          <a:prstGeom prst="rect">
            <a:avLst/>
          </a:prstGeom>
        </p:spPr>
      </p:pic>
    </p:spTree>
    <p:extLst>
      <p:ext uri="{BB962C8B-B14F-4D97-AF65-F5344CB8AC3E}">
        <p14:creationId xmlns:p14="http://schemas.microsoft.com/office/powerpoint/2010/main" val="307808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a:t>
            </a: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Actual</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8" name="Picture 7">
            <a:extLst>
              <a:ext uri="{FF2B5EF4-FFF2-40B4-BE49-F238E27FC236}">
                <a16:creationId xmlns:a16="http://schemas.microsoft.com/office/drawing/2014/main" id="{93C530DE-8874-3DCD-D9B5-5BE018989EEA}"/>
              </a:ext>
            </a:extLst>
          </p:cNvPr>
          <p:cNvPicPr>
            <a:picLocks noChangeAspect="1"/>
          </p:cNvPicPr>
          <p:nvPr/>
        </p:nvPicPr>
        <p:blipFill>
          <a:blip r:embed="rId5"/>
          <a:stretch>
            <a:fillRect/>
          </a:stretch>
        </p:blipFill>
        <p:spPr>
          <a:xfrm>
            <a:off x="476250" y="1678172"/>
            <a:ext cx="5097537" cy="2002966"/>
          </a:xfrm>
          <a:prstGeom prst="rect">
            <a:avLst/>
          </a:prstGeom>
        </p:spPr>
      </p:pic>
      <p:pic>
        <p:nvPicPr>
          <p:cNvPr id="10" name="Picture 9">
            <a:extLst>
              <a:ext uri="{FF2B5EF4-FFF2-40B4-BE49-F238E27FC236}">
                <a16:creationId xmlns:a16="http://schemas.microsoft.com/office/drawing/2014/main" id="{DBBC0D8F-3228-7227-4C1D-C42EFDC55F93}"/>
              </a:ext>
            </a:extLst>
          </p:cNvPr>
          <p:cNvPicPr>
            <a:picLocks noChangeAspect="1"/>
          </p:cNvPicPr>
          <p:nvPr/>
        </p:nvPicPr>
        <p:blipFill>
          <a:blip r:embed="rId6"/>
          <a:stretch>
            <a:fillRect/>
          </a:stretch>
        </p:blipFill>
        <p:spPr>
          <a:xfrm>
            <a:off x="5808016" y="1678172"/>
            <a:ext cx="5324027" cy="3110881"/>
          </a:xfrm>
          <a:prstGeom prst="rect">
            <a:avLst/>
          </a:prstGeom>
        </p:spPr>
      </p:pic>
    </p:spTree>
    <p:extLst>
      <p:ext uri="{BB962C8B-B14F-4D97-AF65-F5344CB8AC3E}">
        <p14:creationId xmlns:p14="http://schemas.microsoft.com/office/powerpoint/2010/main" val="1321328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a:t>
            </a: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Actual</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3" name="Picture 2">
            <a:extLst>
              <a:ext uri="{FF2B5EF4-FFF2-40B4-BE49-F238E27FC236}">
                <a16:creationId xmlns:a16="http://schemas.microsoft.com/office/drawing/2014/main" id="{6D932BA3-0271-9A82-12EA-B8582B861675}"/>
              </a:ext>
            </a:extLst>
          </p:cNvPr>
          <p:cNvPicPr>
            <a:picLocks noChangeAspect="1"/>
          </p:cNvPicPr>
          <p:nvPr/>
        </p:nvPicPr>
        <p:blipFill>
          <a:blip r:embed="rId5"/>
          <a:stretch>
            <a:fillRect/>
          </a:stretch>
        </p:blipFill>
        <p:spPr>
          <a:xfrm>
            <a:off x="476250" y="1663638"/>
            <a:ext cx="4658460" cy="2893403"/>
          </a:xfrm>
          <a:prstGeom prst="rect">
            <a:avLst/>
          </a:prstGeom>
        </p:spPr>
      </p:pic>
      <p:pic>
        <p:nvPicPr>
          <p:cNvPr id="14" name="Picture 13">
            <a:extLst>
              <a:ext uri="{FF2B5EF4-FFF2-40B4-BE49-F238E27FC236}">
                <a16:creationId xmlns:a16="http://schemas.microsoft.com/office/drawing/2014/main" id="{3077716C-200C-6944-D9CB-2A0C0D0921DA}"/>
              </a:ext>
            </a:extLst>
          </p:cNvPr>
          <p:cNvPicPr>
            <a:picLocks noChangeAspect="1"/>
          </p:cNvPicPr>
          <p:nvPr/>
        </p:nvPicPr>
        <p:blipFill>
          <a:blip r:embed="rId6"/>
          <a:stretch>
            <a:fillRect/>
          </a:stretch>
        </p:blipFill>
        <p:spPr>
          <a:xfrm>
            <a:off x="5348191" y="1663638"/>
            <a:ext cx="5764135" cy="3685978"/>
          </a:xfrm>
          <a:prstGeom prst="rect">
            <a:avLst/>
          </a:prstGeom>
        </p:spPr>
      </p:pic>
    </p:spTree>
    <p:extLst>
      <p:ext uri="{BB962C8B-B14F-4D97-AF65-F5344CB8AC3E}">
        <p14:creationId xmlns:p14="http://schemas.microsoft.com/office/powerpoint/2010/main" val="280352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a:t>
            </a: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Actual</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8" name="Picture 7">
            <a:extLst>
              <a:ext uri="{FF2B5EF4-FFF2-40B4-BE49-F238E27FC236}">
                <a16:creationId xmlns:a16="http://schemas.microsoft.com/office/drawing/2014/main" id="{CD2D4783-2840-234E-F058-8183CE829285}"/>
              </a:ext>
            </a:extLst>
          </p:cNvPr>
          <p:cNvPicPr>
            <a:picLocks noChangeAspect="1"/>
          </p:cNvPicPr>
          <p:nvPr/>
        </p:nvPicPr>
        <p:blipFill>
          <a:blip r:embed="rId5"/>
          <a:stretch>
            <a:fillRect/>
          </a:stretch>
        </p:blipFill>
        <p:spPr>
          <a:xfrm>
            <a:off x="643233" y="1669197"/>
            <a:ext cx="5918297" cy="3183500"/>
          </a:xfrm>
          <a:prstGeom prst="rect">
            <a:avLst/>
          </a:prstGeom>
        </p:spPr>
      </p:pic>
      <p:pic>
        <p:nvPicPr>
          <p:cNvPr id="10" name="Picture 9">
            <a:extLst>
              <a:ext uri="{FF2B5EF4-FFF2-40B4-BE49-F238E27FC236}">
                <a16:creationId xmlns:a16="http://schemas.microsoft.com/office/drawing/2014/main" id="{A0529FB8-6EA1-FA09-81E6-1125DD8AAB06}"/>
              </a:ext>
            </a:extLst>
          </p:cNvPr>
          <p:cNvPicPr>
            <a:picLocks noChangeAspect="1"/>
          </p:cNvPicPr>
          <p:nvPr/>
        </p:nvPicPr>
        <p:blipFill>
          <a:blip r:embed="rId6"/>
          <a:stretch>
            <a:fillRect/>
          </a:stretch>
        </p:blipFill>
        <p:spPr>
          <a:xfrm>
            <a:off x="6735029" y="1669197"/>
            <a:ext cx="4658682" cy="2722607"/>
          </a:xfrm>
          <a:prstGeom prst="rect">
            <a:avLst/>
          </a:prstGeom>
        </p:spPr>
      </p:pic>
    </p:spTree>
    <p:extLst>
      <p:ext uri="{BB962C8B-B14F-4D97-AF65-F5344CB8AC3E}">
        <p14:creationId xmlns:p14="http://schemas.microsoft.com/office/powerpoint/2010/main" val="1456012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a:t>
            </a: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Actual</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3" name="Picture 2">
            <a:extLst>
              <a:ext uri="{FF2B5EF4-FFF2-40B4-BE49-F238E27FC236}">
                <a16:creationId xmlns:a16="http://schemas.microsoft.com/office/drawing/2014/main" id="{9A4E5AB7-F3D5-6A2E-BC20-A947CF76411F}"/>
              </a:ext>
            </a:extLst>
          </p:cNvPr>
          <p:cNvPicPr>
            <a:picLocks noChangeAspect="1"/>
          </p:cNvPicPr>
          <p:nvPr/>
        </p:nvPicPr>
        <p:blipFill>
          <a:blip r:embed="rId5"/>
          <a:stretch>
            <a:fillRect/>
          </a:stretch>
        </p:blipFill>
        <p:spPr>
          <a:xfrm>
            <a:off x="416778" y="1246421"/>
            <a:ext cx="7113301" cy="3714199"/>
          </a:xfrm>
          <a:prstGeom prst="rect">
            <a:avLst/>
          </a:prstGeom>
        </p:spPr>
      </p:pic>
      <p:pic>
        <p:nvPicPr>
          <p:cNvPr id="14" name="Picture 13">
            <a:extLst>
              <a:ext uri="{FF2B5EF4-FFF2-40B4-BE49-F238E27FC236}">
                <a16:creationId xmlns:a16="http://schemas.microsoft.com/office/drawing/2014/main" id="{2044E4ED-9E23-D406-68A6-3D46AFA60845}"/>
              </a:ext>
            </a:extLst>
          </p:cNvPr>
          <p:cNvPicPr>
            <a:picLocks noChangeAspect="1"/>
          </p:cNvPicPr>
          <p:nvPr/>
        </p:nvPicPr>
        <p:blipFill>
          <a:blip r:embed="rId6"/>
          <a:stretch>
            <a:fillRect/>
          </a:stretch>
        </p:blipFill>
        <p:spPr>
          <a:xfrm>
            <a:off x="5331262" y="2973126"/>
            <a:ext cx="5692223" cy="2489357"/>
          </a:xfrm>
          <a:prstGeom prst="rect">
            <a:avLst/>
          </a:prstGeom>
        </p:spPr>
      </p:pic>
    </p:spTree>
    <p:extLst>
      <p:ext uri="{BB962C8B-B14F-4D97-AF65-F5344CB8AC3E}">
        <p14:creationId xmlns:p14="http://schemas.microsoft.com/office/powerpoint/2010/main" val="2660522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a:t>
            </a: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Actual</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8" name="Picture 7">
            <a:extLst>
              <a:ext uri="{FF2B5EF4-FFF2-40B4-BE49-F238E27FC236}">
                <a16:creationId xmlns:a16="http://schemas.microsoft.com/office/drawing/2014/main" id="{FBC92F63-FEF9-4BE3-BFCA-8B8BC056D2E4}"/>
              </a:ext>
            </a:extLst>
          </p:cNvPr>
          <p:cNvPicPr>
            <a:picLocks noChangeAspect="1"/>
          </p:cNvPicPr>
          <p:nvPr/>
        </p:nvPicPr>
        <p:blipFill>
          <a:blip r:embed="rId5"/>
          <a:stretch>
            <a:fillRect/>
          </a:stretch>
        </p:blipFill>
        <p:spPr>
          <a:xfrm>
            <a:off x="476250" y="1364771"/>
            <a:ext cx="6519320" cy="4857913"/>
          </a:xfrm>
          <a:prstGeom prst="rect">
            <a:avLst/>
          </a:prstGeom>
        </p:spPr>
      </p:pic>
      <p:pic>
        <p:nvPicPr>
          <p:cNvPr id="18" name="Picture 17" descr="Graphical user interface, text, application">
            <a:extLst>
              <a:ext uri="{FF2B5EF4-FFF2-40B4-BE49-F238E27FC236}">
                <a16:creationId xmlns:a16="http://schemas.microsoft.com/office/drawing/2014/main" id="{4004F79F-B643-E9DB-DC5A-39F124FEC0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73274" y="2031206"/>
            <a:ext cx="7650450" cy="2795587"/>
          </a:xfrm>
          <a:prstGeom prst="rect">
            <a:avLst/>
          </a:prstGeom>
        </p:spPr>
      </p:pic>
    </p:spTree>
    <p:extLst>
      <p:ext uri="{BB962C8B-B14F-4D97-AF65-F5344CB8AC3E}">
        <p14:creationId xmlns:p14="http://schemas.microsoft.com/office/powerpoint/2010/main" val="84622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a:t>
            </a: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Actual</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3" name="Picture 2" descr="A picture containing text">
            <a:extLst>
              <a:ext uri="{FF2B5EF4-FFF2-40B4-BE49-F238E27FC236}">
                <a16:creationId xmlns:a16="http://schemas.microsoft.com/office/drawing/2014/main" id="{5195BBAD-50C3-A99B-DF65-DB3C1116E4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65275" y="1610666"/>
            <a:ext cx="9061450" cy="4761330"/>
          </a:xfrm>
          <a:prstGeom prst="rect">
            <a:avLst/>
          </a:prstGeom>
        </p:spPr>
      </p:pic>
    </p:spTree>
    <p:extLst>
      <p:ext uri="{BB962C8B-B14F-4D97-AF65-F5344CB8AC3E}">
        <p14:creationId xmlns:p14="http://schemas.microsoft.com/office/powerpoint/2010/main" val="4076130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a:t>
            </a: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Actual</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8" name="Picture 7" descr="Text">
            <a:extLst>
              <a:ext uri="{FF2B5EF4-FFF2-40B4-BE49-F238E27FC236}">
                <a16:creationId xmlns:a16="http://schemas.microsoft.com/office/drawing/2014/main" id="{75D72BE2-4462-CBE0-3AD4-6DFB46B1D8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21117" y="1454549"/>
            <a:ext cx="8749765" cy="5038326"/>
          </a:xfrm>
          <a:prstGeom prst="rect">
            <a:avLst/>
          </a:prstGeom>
        </p:spPr>
      </p:pic>
    </p:spTree>
    <p:extLst>
      <p:ext uri="{BB962C8B-B14F-4D97-AF65-F5344CB8AC3E}">
        <p14:creationId xmlns:p14="http://schemas.microsoft.com/office/powerpoint/2010/main" val="1455562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a:t>
            </a: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Actual</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3" name="Picture 2" descr="Table">
            <a:extLst>
              <a:ext uri="{FF2B5EF4-FFF2-40B4-BE49-F238E27FC236}">
                <a16:creationId xmlns:a16="http://schemas.microsoft.com/office/drawing/2014/main" id="{69715BB5-9EED-E0C4-4768-BAA517A0D9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00200" y="1442422"/>
            <a:ext cx="8991600" cy="4780262"/>
          </a:xfrm>
          <a:prstGeom prst="rect">
            <a:avLst/>
          </a:prstGeom>
        </p:spPr>
      </p:pic>
    </p:spTree>
    <p:extLst>
      <p:ext uri="{BB962C8B-B14F-4D97-AF65-F5344CB8AC3E}">
        <p14:creationId xmlns:p14="http://schemas.microsoft.com/office/powerpoint/2010/main" val="3510721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a:t>
            </a: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Actual</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10" name="Picture 9" descr="Graphical user interface, text, application">
            <a:extLst>
              <a:ext uri="{FF2B5EF4-FFF2-40B4-BE49-F238E27FC236}">
                <a16:creationId xmlns:a16="http://schemas.microsoft.com/office/drawing/2014/main" id="{56B085B6-63E2-4F6C-7484-36EC357812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7387" y="1875220"/>
            <a:ext cx="8277225" cy="3667125"/>
          </a:xfrm>
          <a:prstGeom prst="rect">
            <a:avLst/>
          </a:prstGeom>
        </p:spPr>
      </p:pic>
    </p:spTree>
    <p:extLst>
      <p:ext uri="{BB962C8B-B14F-4D97-AF65-F5344CB8AC3E}">
        <p14:creationId xmlns:p14="http://schemas.microsoft.com/office/powerpoint/2010/main" val="1055634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a:t>
            </a: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Actual</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8" name="Picture 7" descr="Table">
            <a:extLst>
              <a:ext uri="{FF2B5EF4-FFF2-40B4-BE49-F238E27FC236}">
                <a16:creationId xmlns:a16="http://schemas.microsoft.com/office/drawing/2014/main" id="{89EF20F9-551A-EA5D-90C7-683A436956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0667" y="1581379"/>
            <a:ext cx="7170666" cy="4207462"/>
          </a:xfrm>
          <a:prstGeom prst="rect">
            <a:avLst/>
          </a:prstGeom>
        </p:spPr>
      </p:pic>
    </p:spTree>
    <p:extLst>
      <p:ext uri="{BB962C8B-B14F-4D97-AF65-F5344CB8AC3E}">
        <p14:creationId xmlns:p14="http://schemas.microsoft.com/office/powerpoint/2010/main" val="2682609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Working on </a:t>
            </a:r>
            <a:r>
              <a:rPr lang="en-CA" sz="3600" dirty="0">
                <a:solidFill>
                  <a:srgbClr val="083D65"/>
                </a:solidFill>
                <a:latin typeface="Segoe UI" panose="020B0502040204020203" pitchFamily="34" charset="0"/>
                <a:ea typeface="Open Sans" panose="020B0606030504020204" pitchFamily="34" charset="0"/>
                <a:cs typeface="Segoe UI" panose="020B0502040204020203" pitchFamily="34" charset="0"/>
              </a:rPr>
              <a:t>Actual</a:t>
            </a: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 Data</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pic>
        <p:nvPicPr>
          <p:cNvPr id="3" name="Picture 2">
            <a:extLst>
              <a:ext uri="{FF2B5EF4-FFF2-40B4-BE49-F238E27FC236}">
                <a16:creationId xmlns:a16="http://schemas.microsoft.com/office/drawing/2014/main" id="{34325798-B739-0B0F-6B0D-F62960A76E92}"/>
              </a:ext>
            </a:extLst>
          </p:cNvPr>
          <p:cNvPicPr>
            <a:picLocks noChangeAspect="1"/>
          </p:cNvPicPr>
          <p:nvPr/>
        </p:nvPicPr>
        <p:blipFill>
          <a:blip r:embed="rId5"/>
          <a:stretch>
            <a:fillRect/>
          </a:stretch>
        </p:blipFill>
        <p:spPr>
          <a:xfrm>
            <a:off x="3606722" y="1400159"/>
            <a:ext cx="4978556" cy="5388250"/>
          </a:xfrm>
          <a:prstGeom prst="rect">
            <a:avLst/>
          </a:prstGeom>
        </p:spPr>
      </p:pic>
    </p:spTree>
    <p:extLst>
      <p:ext uri="{BB962C8B-B14F-4D97-AF65-F5344CB8AC3E}">
        <p14:creationId xmlns:p14="http://schemas.microsoft.com/office/powerpoint/2010/main" val="33543500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476250" y="365125"/>
            <a:ext cx="11239500" cy="96837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Future Scope</a:t>
            </a:r>
            <a:endPar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sp>
        <p:nvSpPr>
          <p:cNvPr id="2" name="Content Placeholder 6">
            <a:extLst>
              <a:ext uri="{FF2B5EF4-FFF2-40B4-BE49-F238E27FC236}">
                <a16:creationId xmlns:a16="http://schemas.microsoft.com/office/drawing/2014/main" id="{AAF29699-9FEB-B93D-4A5D-67BCC63283A4}"/>
              </a:ext>
            </a:extLst>
          </p:cNvPr>
          <p:cNvSpPr>
            <a:spLocks noGrp="1"/>
          </p:cNvSpPr>
          <p:nvPr>
            <p:ph idx="1"/>
          </p:nvPr>
        </p:nvSpPr>
        <p:spPr>
          <a:xfrm>
            <a:off x="476250" y="2100449"/>
            <a:ext cx="11239500" cy="1595251"/>
          </a:xfrm>
        </p:spPr>
        <p:txBody>
          <a:bodyPr>
            <a:normAutofit/>
          </a:bodyPr>
          <a:lstStyle/>
          <a:p>
            <a:r>
              <a:rPr lang="en-US" sz="2400" dirty="0">
                <a:cs typeface="Times New Roman" panose="02020603050405020304" pitchFamily="18" charset="0"/>
              </a:rPr>
              <a:t>We could create an API of this system and then it could be integrated an application. So, by just giving date as input, it will return the dispatch simulator for that date.</a:t>
            </a:r>
          </a:p>
          <a:p>
            <a:r>
              <a:rPr lang="en-US" sz="2400" dirty="0">
                <a:cs typeface="Times New Roman" panose="02020603050405020304" pitchFamily="18" charset="0"/>
              </a:rPr>
              <a:t>Moreover, over time there is need to add more data, leading to more accuracy and effectiveness.</a:t>
            </a:r>
          </a:p>
          <a:p>
            <a:endParaRPr lang="en-IN" sz="2400" dirty="0"/>
          </a:p>
        </p:txBody>
      </p:sp>
    </p:spTree>
    <p:extLst>
      <p:ext uri="{BB962C8B-B14F-4D97-AF65-F5344CB8AC3E}">
        <p14:creationId xmlns:p14="http://schemas.microsoft.com/office/powerpoint/2010/main" val="4196751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E5F8F3-4737-BFDA-FDB7-ACAD30436030}"/>
              </a:ext>
            </a:extLst>
          </p:cNvPr>
          <p:cNvGrpSpPr/>
          <p:nvPr/>
        </p:nvGrpSpPr>
        <p:grpSpPr>
          <a:xfrm>
            <a:off x="0" y="4960621"/>
            <a:ext cx="12192000" cy="1909138"/>
            <a:chOff x="0" y="4948862"/>
            <a:chExt cx="12192000" cy="1909138"/>
          </a:xfrm>
        </p:grpSpPr>
        <p:sp>
          <p:nvSpPr>
            <p:cNvPr id="5" name="Freeform: Shape 4">
              <a:extLst>
                <a:ext uri="{FF2B5EF4-FFF2-40B4-BE49-F238E27FC236}">
                  <a16:creationId xmlns:a16="http://schemas.microsoft.com/office/drawing/2014/main" id="{3E15F7FB-1C82-8D4A-4300-8B797EE4438E}"/>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6B185D40-7F1B-8E8E-A2C1-B91489E5DE15}"/>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93C95F12-960B-948A-6E9A-74521928EB77}"/>
              </a:ext>
            </a:extLst>
          </p:cNvPr>
          <p:cNvSpPr>
            <a:spLocks noGrp="1"/>
          </p:cNvSpPr>
          <p:nvPr>
            <p:ph type="title"/>
          </p:nvPr>
        </p:nvSpPr>
        <p:spPr>
          <a:xfrm>
            <a:off x="1323975" y="2944812"/>
            <a:ext cx="9544050" cy="968375"/>
          </a:xfrm>
        </p:spPr>
        <p:txBody>
          <a:bodyP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rPr>
              <a:t>Q &amp; A</a:t>
            </a:r>
            <a:endParaRPr kumimoji="0" lang="en-CA" sz="4800" b="1" i="0" u="none" strike="noStrike" kern="1200" cap="none" spc="0" normalizeH="0" baseline="0" noProof="0" dirty="0">
              <a:ln>
                <a:noFill/>
              </a:ln>
              <a:solidFill>
                <a:srgbClr val="083D65"/>
              </a:solidFill>
              <a:effectLst/>
              <a:uLnTx/>
              <a:uFillTx/>
              <a:latin typeface="Segoe UI" panose="020B0502040204020203" pitchFamily="34" charset="0"/>
              <a:ea typeface="Open Sans" panose="020B06060305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9AA701FC-6992-83AB-AF59-CFE449BDD8A6}"/>
              </a:ext>
            </a:extLst>
          </p:cNvPr>
          <p:cNvGrpSpPr/>
          <p:nvPr/>
        </p:nvGrpSpPr>
        <p:grpSpPr>
          <a:xfrm>
            <a:off x="7530079" y="486004"/>
            <a:ext cx="4185671" cy="847496"/>
            <a:chOff x="7530079" y="486004"/>
            <a:chExt cx="4185671" cy="847496"/>
          </a:xfrm>
        </p:grpSpPr>
        <p:pic>
          <p:nvPicPr>
            <p:cNvPr id="12" name="Picture 11" descr="Logo">
              <a:extLst>
                <a:ext uri="{FF2B5EF4-FFF2-40B4-BE49-F238E27FC236}">
                  <a16:creationId xmlns:a16="http://schemas.microsoft.com/office/drawing/2014/main" id="{EDBBB137-2D7F-5FCC-9304-D1AA0D97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079" y="486004"/>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582F6FA9-6686-7350-DF03-DAF0F3D43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6652" y="486004"/>
              <a:ext cx="1719098" cy="847496"/>
            </a:xfrm>
            <a:prstGeom prst="rect">
              <a:avLst/>
            </a:prstGeom>
          </p:spPr>
        </p:pic>
      </p:grpSp>
      <p:sp>
        <p:nvSpPr>
          <p:cNvPr id="8" name="TextBox 7">
            <a:extLst>
              <a:ext uri="{FF2B5EF4-FFF2-40B4-BE49-F238E27FC236}">
                <a16:creationId xmlns:a16="http://schemas.microsoft.com/office/drawing/2014/main" id="{5D09727A-262A-B13D-D830-EA2A57F09A71}"/>
              </a:ext>
            </a:extLst>
          </p:cNvPr>
          <p:cNvSpPr txBox="1"/>
          <p:nvPr/>
        </p:nvSpPr>
        <p:spPr>
          <a:xfrm>
            <a:off x="476250" y="1770056"/>
            <a:ext cx="7558797" cy="923330"/>
          </a:xfrm>
          <a:prstGeom prst="rect">
            <a:avLst/>
          </a:prstGeom>
          <a:noFill/>
        </p:spPr>
        <p:txBody>
          <a:bodyPr wrap="square" rtlCol="0">
            <a:spAutoFit/>
          </a:bodyPr>
          <a:lstStyle/>
          <a:p>
            <a:pPr marL="285750" indent="-285750">
              <a:buFont typeface="Arial" panose="020B0604020202020204" pitchFamily="34" charset="0"/>
              <a:buChar char="•"/>
            </a:pPr>
            <a:endParaRPr lang="en-CA" dirty="0"/>
          </a:p>
          <a:p>
            <a:pPr lvl="1"/>
            <a:endParaRPr lang="en-CA" dirty="0"/>
          </a:p>
          <a:p>
            <a:pPr marL="742950" lvl="1" indent="-285750">
              <a:buFont typeface="Arial" panose="020B0604020202020204" pitchFamily="34" charset="0"/>
              <a:buChar char="•"/>
            </a:pPr>
            <a:endParaRPr lang="en-CA" dirty="0"/>
          </a:p>
        </p:txBody>
      </p:sp>
    </p:spTree>
    <p:extLst>
      <p:ext uri="{BB962C8B-B14F-4D97-AF65-F5344CB8AC3E}">
        <p14:creationId xmlns:p14="http://schemas.microsoft.com/office/powerpoint/2010/main" val="1365235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a:extLst>
              <a:ext uri="{FF2B5EF4-FFF2-40B4-BE49-F238E27FC236}">
                <a16:creationId xmlns:a16="http://schemas.microsoft.com/office/drawing/2014/main" id="{3C9E2E5C-1108-47F0-B48E-FBF94171174B}"/>
              </a:ext>
            </a:extLst>
          </p:cNvPr>
          <p:cNvPicPr>
            <a:picLocks noChangeAspect="1"/>
          </p:cNvPicPr>
          <p:nvPr/>
        </p:nvPicPr>
        <p:blipFill rotWithShape="1">
          <a:blip r:embed="rId3" cstate="hqprint">
            <a:duotone>
              <a:prstClr val="black"/>
              <a:schemeClr val="bg1">
                <a:tint val="45000"/>
                <a:satMod val="400000"/>
              </a:schemeClr>
            </a:duotone>
            <a:extLst>
              <a:ext uri="{28A0092B-C50C-407E-A947-70E740481C1C}">
                <a14:useLocalDpi xmlns:a14="http://schemas.microsoft.com/office/drawing/2010/main"/>
              </a:ext>
            </a:extLst>
          </a:blip>
          <a:srcRect/>
          <a:stretch/>
        </p:blipFill>
        <p:spPr>
          <a:xfrm>
            <a:off x="2720985" y="2336141"/>
            <a:ext cx="2453800" cy="2185721"/>
          </a:xfrm>
          <a:custGeom>
            <a:avLst/>
            <a:gdLst>
              <a:gd name="connsiteX0" fmla="*/ 0 w 2453800"/>
              <a:gd name="connsiteY0" fmla="*/ 0 h 2185721"/>
              <a:gd name="connsiteX1" fmla="*/ 2453800 w 2453800"/>
              <a:gd name="connsiteY1" fmla="*/ 0 h 2185721"/>
              <a:gd name="connsiteX2" fmla="*/ 2453800 w 2453800"/>
              <a:gd name="connsiteY2" fmla="*/ 2185721 h 2185721"/>
              <a:gd name="connsiteX3" fmla="*/ 0 w 2453800"/>
              <a:gd name="connsiteY3" fmla="*/ 2185721 h 2185721"/>
            </a:gdLst>
            <a:ahLst/>
            <a:cxnLst>
              <a:cxn ang="0">
                <a:pos x="connsiteX0" y="connsiteY0"/>
              </a:cxn>
              <a:cxn ang="0">
                <a:pos x="connsiteX1" y="connsiteY1"/>
              </a:cxn>
              <a:cxn ang="0">
                <a:pos x="connsiteX2" y="connsiteY2"/>
              </a:cxn>
              <a:cxn ang="0">
                <a:pos x="connsiteX3" y="connsiteY3"/>
              </a:cxn>
            </a:cxnLst>
            <a:rect l="l" t="t" r="r" b="b"/>
            <a:pathLst>
              <a:path w="2453800" h="2185721">
                <a:moveTo>
                  <a:pt x="0" y="0"/>
                </a:moveTo>
                <a:lnTo>
                  <a:pt x="2453800" y="0"/>
                </a:lnTo>
                <a:lnTo>
                  <a:pt x="2453800" y="2185721"/>
                </a:lnTo>
                <a:lnTo>
                  <a:pt x="0" y="2185721"/>
                </a:lnTo>
                <a:close/>
              </a:path>
            </a:pathLst>
          </a:custGeom>
        </p:spPr>
      </p:pic>
      <p:pic>
        <p:nvPicPr>
          <p:cNvPr id="43" name="Picture 42">
            <a:extLst>
              <a:ext uri="{FF2B5EF4-FFF2-40B4-BE49-F238E27FC236}">
                <a16:creationId xmlns:a16="http://schemas.microsoft.com/office/drawing/2014/main" id="{5B725929-9054-438F-9944-BFEBF6929866}"/>
              </a:ext>
            </a:extLst>
          </p:cNvPr>
          <p:cNvPicPr>
            <a:picLocks noChangeAspect="1"/>
          </p:cNvPicPr>
          <p:nvPr/>
        </p:nvPicPr>
        <p:blipFill rotWithShape="1">
          <a:blip r:embed="rId4" cstate="hqprint">
            <a:duotone>
              <a:prstClr val="black"/>
              <a:schemeClr val="bg1">
                <a:tint val="45000"/>
                <a:satMod val="400000"/>
              </a:schemeClr>
            </a:duotone>
            <a:extLst>
              <a:ext uri="{28A0092B-C50C-407E-A947-70E740481C1C}">
                <a14:useLocalDpi xmlns:a14="http://schemas.microsoft.com/office/drawing/2010/main"/>
              </a:ext>
            </a:extLst>
          </a:blip>
          <a:srcRect/>
          <a:stretch/>
        </p:blipFill>
        <p:spPr>
          <a:xfrm>
            <a:off x="131535" y="2336141"/>
            <a:ext cx="2453800" cy="2185721"/>
          </a:xfrm>
          <a:custGeom>
            <a:avLst/>
            <a:gdLst>
              <a:gd name="connsiteX0" fmla="*/ 0 w 2453800"/>
              <a:gd name="connsiteY0" fmla="*/ 0 h 2185721"/>
              <a:gd name="connsiteX1" fmla="*/ 2453800 w 2453800"/>
              <a:gd name="connsiteY1" fmla="*/ 0 h 2185721"/>
              <a:gd name="connsiteX2" fmla="*/ 2453800 w 2453800"/>
              <a:gd name="connsiteY2" fmla="*/ 2185721 h 2185721"/>
              <a:gd name="connsiteX3" fmla="*/ 0 w 2453800"/>
              <a:gd name="connsiteY3" fmla="*/ 2185721 h 2185721"/>
            </a:gdLst>
            <a:ahLst/>
            <a:cxnLst>
              <a:cxn ang="0">
                <a:pos x="connsiteX0" y="connsiteY0"/>
              </a:cxn>
              <a:cxn ang="0">
                <a:pos x="connsiteX1" y="connsiteY1"/>
              </a:cxn>
              <a:cxn ang="0">
                <a:pos x="connsiteX2" y="connsiteY2"/>
              </a:cxn>
              <a:cxn ang="0">
                <a:pos x="connsiteX3" y="connsiteY3"/>
              </a:cxn>
            </a:cxnLst>
            <a:rect l="l" t="t" r="r" b="b"/>
            <a:pathLst>
              <a:path w="2453800" h="2185721">
                <a:moveTo>
                  <a:pt x="0" y="0"/>
                </a:moveTo>
                <a:lnTo>
                  <a:pt x="2453800" y="0"/>
                </a:lnTo>
                <a:lnTo>
                  <a:pt x="2453800" y="2185721"/>
                </a:lnTo>
                <a:lnTo>
                  <a:pt x="0" y="2185721"/>
                </a:lnTo>
                <a:close/>
              </a:path>
            </a:pathLst>
          </a:custGeom>
        </p:spPr>
      </p:pic>
      <p:pic>
        <p:nvPicPr>
          <p:cNvPr id="42" name="Picture 41">
            <a:extLst>
              <a:ext uri="{FF2B5EF4-FFF2-40B4-BE49-F238E27FC236}">
                <a16:creationId xmlns:a16="http://schemas.microsoft.com/office/drawing/2014/main" id="{58357A94-6A53-422A-96F7-5785CBA48D77}"/>
              </a:ext>
            </a:extLst>
          </p:cNvPr>
          <p:cNvPicPr>
            <a:picLocks noChangeAspect="1"/>
          </p:cNvPicPr>
          <p:nvPr/>
        </p:nvPicPr>
        <p:blipFill rotWithShape="1">
          <a:blip r:embed="rId5" cstate="hqprint">
            <a:duotone>
              <a:prstClr val="black"/>
              <a:schemeClr val="bg1">
                <a:tint val="45000"/>
                <a:satMod val="400000"/>
              </a:schemeClr>
            </a:duotone>
            <a:extLst>
              <a:ext uri="{28A0092B-C50C-407E-A947-70E740481C1C}">
                <a14:useLocalDpi xmlns:a14="http://schemas.microsoft.com/office/drawing/2010/main"/>
              </a:ext>
            </a:extLst>
          </a:blip>
          <a:srcRect/>
          <a:stretch/>
        </p:blipFill>
        <p:spPr>
          <a:xfrm>
            <a:off x="5740314" y="159336"/>
            <a:ext cx="2023922" cy="2044522"/>
          </a:xfrm>
          <a:custGeom>
            <a:avLst/>
            <a:gdLst>
              <a:gd name="connsiteX0" fmla="*/ 0 w 2023922"/>
              <a:gd name="connsiteY0" fmla="*/ 0 h 2044522"/>
              <a:gd name="connsiteX1" fmla="*/ 2023922 w 2023922"/>
              <a:gd name="connsiteY1" fmla="*/ 0 h 2044522"/>
              <a:gd name="connsiteX2" fmla="*/ 2023922 w 2023922"/>
              <a:gd name="connsiteY2" fmla="*/ 2044522 h 2044522"/>
              <a:gd name="connsiteX3" fmla="*/ 0 w 2023922"/>
              <a:gd name="connsiteY3" fmla="*/ 2044522 h 2044522"/>
            </a:gdLst>
            <a:ahLst/>
            <a:cxnLst>
              <a:cxn ang="0">
                <a:pos x="connsiteX0" y="connsiteY0"/>
              </a:cxn>
              <a:cxn ang="0">
                <a:pos x="connsiteX1" y="connsiteY1"/>
              </a:cxn>
              <a:cxn ang="0">
                <a:pos x="connsiteX2" y="connsiteY2"/>
              </a:cxn>
              <a:cxn ang="0">
                <a:pos x="connsiteX3" y="connsiteY3"/>
              </a:cxn>
            </a:cxnLst>
            <a:rect l="l" t="t" r="r" b="b"/>
            <a:pathLst>
              <a:path w="2023922" h="2044522">
                <a:moveTo>
                  <a:pt x="0" y="0"/>
                </a:moveTo>
                <a:lnTo>
                  <a:pt x="2023922" y="0"/>
                </a:lnTo>
                <a:lnTo>
                  <a:pt x="2023922" y="2044522"/>
                </a:lnTo>
                <a:lnTo>
                  <a:pt x="0" y="2044522"/>
                </a:lnTo>
                <a:close/>
              </a:path>
            </a:pathLst>
          </a:custGeom>
        </p:spPr>
      </p:pic>
      <p:pic>
        <p:nvPicPr>
          <p:cNvPr id="40" name="Picture 39">
            <a:extLst>
              <a:ext uri="{FF2B5EF4-FFF2-40B4-BE49-F238E27FC236}">
                <a16:creationId xmlns:a16="http://schemas.microsoft.com/office/drawing/2014/main" id="{7E72D3E7-1F53-43A3-9F20-38AAA2821DE8}"/>
              </a:ext>
            </a:extLst>
          </p:cNvPr>
          <p:cNvPicPr>
            <a:picLocks noChangeAspect="1"/>
          </p:cNvPicPr>
          <p:nvPr/>
        </p:nvPicPr>
        <p:blipFill>
          <a:blip r:embed="rId6" cstate="hqprint">
            <a:duotone>
              <a:prstClr val="black"/>
              <a:schemeClr val="bg1">
                <a:tint val="45000"/>
                <a:satMod val="400000"/>
              </a:schemeClr>
            </a:duotone>
            <a:extLst>
              <a:ext uri="{28A0092B-C50C-407E-A947-70E740481C1C}">
                <a14:useLocalDpi xmlns:a14="http://schemas.microsoft.com/office/drawing/2010/main"/>
              </a:ext>
            </a:extLst>
          </a:blip>
          <a:srcRect/>
          <a:stretch>
            <a:fillRect/>
          </a:stretch>
        </p:blipFill>
        <p:spPr>
          <a:xfrm>
            <a:off x="131536" y="4654143"/>
            <a:ext cx="2050379" cy="2044522"/>
          </a:xfrm>
          <a:custGeom>
            <a:avLst/>
            <a:gdLst>
              <a:gd name="connsiteX0" fmla="*/ 0 w 2050379"/>
              <a:gd name="connsiteY0" fmla="*/ 0 h 2044522"/>
              <a:gd name="connsiteX1" fmla="*/ 2050379 w 2050379"/>
              <a:gd name="connsiteY1" fmla="*/ 0 h 2044522"/>
              <a:gd name="connsiteX2" fmla="*/ 2050379 w 2050379"/>
              <a:gd name="connsiteY2" fmla="*/ 2044522 h 2044522"/>
              <a:gd name="connsiteX3" fmla="*/ 0 w 2050379"/>
              <a:gd name="connsiteY3" fmla="*/ 2044522 h 2044522"/>
            </a:gdLst>
            <a:ahLst/>
            <a:cxnLst>
              <a:cxn ang="0">
                <a:pos x="connsiteX0" y="connsiteY0"/>
              </a:cxn>
              <a:cxn ang="0">
                <a:pos x="connsiteX1" y="connsiteY1"/>
              </a:cxn>
              <a:cxn ang="0">
                <a:pos x="connsiteX2" y="connsiteY2"/>
              </a:cxn>
              <a:cxn ang="0">
                <a:pos x="connsiteX3" y="connsiteY3"/>
              </a:cxn>
            </a:cxnLst>
            <a:rect l="l" t="t" r="r" b="b"/>
            <a:pathLst>
              <a:path w="2050379" h="2044522">
                <a:moveTo>
                  <a:pt x="0" y="0"/>
                </a:moveTo>
                <a:lnTo>
                  <a:pt x="2050379" y="0"/>
                </a:lnTo>
                <a:lnTo>
                  <a:pt x="2050379" y="2044522"/>
                </a:lnTo>
                <a:lnTo>
                  <a:pt x="0" y="2044522"/>
                </a:lnTo>
                <a:close/>
              </a:path>
            </a:pathLst>
          </a:custGeom>
        </p:spPr>
      </p:pic>
      <p:pic>
        <p:nvPicPr>
          <p:cNvPr id="39" name="Picture 38">
            <a:extLst>
              <a:ext uri="{FF2B5EF4-FFF2-40B4-BE49-F238E27FC236}">
                <a16:creationId xmlns:a16="http://schemas.microsoft.com/office/drawing/2014/main" id="{FEC489BB-6D23-4BB2-858F-AE041FC3FC8E}"/>
              </a:ext>
            </a:extLst>
          </p:cNvPr>
          <p:cNvPicPr>
            <a:picLocks noChangeAspect="1"/>
          </p:cNvPicPr>
          <p:nvPr/>
        </p:nvPicPr>
        <p:blipFill rotWithShape="1">
          <a:blip r:embed="rId7" cstate="hqprint">
            <a:duotone>
              <a:prstClr val="black"/>
              <a:schemeClr val="bg1">
                <a:tint val="45000"/>
                <a:satMod val="400000"/>
              </a:schemeClr>
            </a:duotone>
            <a:extLst>
              <a:ext uri="{28A0092B-C50C-407E-A947-70E740481C1C}">
                <a14:useLocalDpi xmlns:a14="http://schemas.microsoft.com/office/drawing/2010/main"/>
              </a:ext>
            </a:extLst>
          </a:blip>
          <a:srcRect/>
          <a:stretch/>
        </p:blipFill>
        <p:spPr>
          <a:xfrm>
            <a:off x="2314197" y="4654143"/>
            <a:ext cx="5450039" cy="2044522"/>
          </a:xfrm>
          <a:custGeom>
            <a:avLst/>
            <a:gdLst>
              <a:gd name="connsiteX0" fmla="*/ 0 w 5450039"/>
              <a:gd name="connsiteY0" fmla="*/ 0 h 2044522"/>
              <a:gd name="connsiteX1" fmla="*/ 5450039 w 5450039"/>
              <a:gd name="connsiteY1" fmla="*/ 0 h 2044522"/>
              <a:gd name="connsiteX2" fmla="*/ 5450039 w 5450039"/>
              <a:gd name="connsiteY2" fmla="*/ 2044522 h 2044522"/>
              <a:gd name="connsiteX3" fmla="*/ 0 w 5450039"/>
              <a:gd name="connsiteY3" fmla="*/ 2044522 h 2044522"/>
            </a:gdLst>
            <a:ahLst/>
            <a:cxnLst>
              <a:cxn ang="0">
                <a:pos x="connsiteX0" y="connsiteY0"/>
              </a:cxn>
              <a:cxn ang="0">
                <a:pos x="connsiteX1" y="connsiteY1"/>
              </a:cxn>
              <a:cxn ang="0">
                <a:pos x="connsiteX2" y="connsiteY2"/>
              </a:cxn>
              <a:cxn ang="0">
                <a:pos x="connsiteX3" y="connsiteY3"/>
              </a:cxn>
            </a:cxnLst>
            <a:rect l="l" t="t" r="r" b="b"/>
            <a:pathLst>
              <a:path w="5450039" h="2044522">
                <a:moveTo>
                  <a:pt x="0" y="0"/>
                </a:moveTo>
                <a:lnTo>
                  <a:pt x="5450039" y="0"/>
                </a:lnTo>
                <a:lnTo>
                  <a:pt x="5450039" y="2044522"/>
                </a:lnTo>
                <a:lnTo>
                  <a:pt x="0" y="2044522"/>
                </a:lnTo>
                <a:close/>
              </a:path>
            </a:pathLst>
          </a:custGeom>
        </p:spPr>
      </p:pic>
      <p:pic>
        <p:nvPicPr>
          <p:cNvPr id="45" name="Picture 44">
            <a:extLst>
              <a:ext uri="{FF2B5EF4-FFF2-40B4-BE49-F238E27FC236}">
                <a16:creationId xmlns:a16="http://schemas.microsoft.com/office/drawing/2014/main" id="{52676595-1315-465C-A114-1CCD8090608A}"/>
              </a:ext>
            </a:extLst>
          </p:cNvPr>
          <p:cNvPicPr>
            <a:picLocks noChangeAspect="1"/>
          </p:cNvPicPr>
          <p:nvPr/>
        </p:nvPicPr>
        <p:blipFill rotWithShape="1">
          <a:blip r:embed="rId8" cstate="hqprint">
            <a:duotone>
              <a:prstClr val="black"/>
              <a:schemeClr val="bg1">
                <a:tint val="45000"/>
                <a:satMod val="400000"/>
              </a:schemeClr>
            </a:duotone>
            <a:extLst>
              <a:ext uri="{28A0092B-C50C-407E-A947-70E740481C1C}">
                <a14:useLocalDpi xmlns:a14="http://schemas.microsoft.com/office/drawing/2010/main"/>
              </a:ext>
            </a:extLst>
          </a:blip>
          <a:srcRect/>
          <a:stretch/>
        </p:blipFill>
        <p:spPr>
          <a:xfrm>
            <a:off x="5310436" y="2336140"/>
            <a:ext cx="2453800" cy="2185721"/>
          </a:xfrm>
          <a:custGeom>
            <a:avLst/>
            <a:gdLst>
              <a:gd name="connsiteX0" fmla="*/ 0 w 2453800"/>
              <a:gd name="connsiteY0" fmla="*/ 0 h 2185721"/>
              <a:gd name="connsiteX1" fmla="*/ 2453800 w 2453800"/>
              <a:gd name="connsiteY1" fmla="*/ 0 h 2185721"/>
              <a:gd name="connsiteX2" fmla="*/ 2453800 w 2453800"/>
              <a:gd name="connsiteY2" fmla="*/ 2185721 h 2185721"/>
              <a:gd name="connsiteX3" fmla="*/ 0 w 2453800"/>
              <a:gd name="connsiteY3" fmla="*/ 2185721 h 2185721"/>
            </a:gdLst>
            <a:ahLst/>
            <a:cxnLst>
              <a:cxn ang="0">
                <a:pos x="connsiteX0" y="connsiteY0"/>
              </a:cxn>
              <a:cxn ang="0">
                <a:pos x="connsiteX1" y="connsiteY1"/>
              </a:cxn>
              <a:cxn ang="0">
                <a:pos x="connsiteX2" y="connsiteY2"/>
              </a:cxn>
              <a:cxn ang="0">
                <a:pos x="connsiteX3" y="connsiteY3"/>
              </a:cxn>
            </a:cxnLst>
            <a:rect l="l" t="t" r="r" b="b"/>
            <a:pathLst>
              <a:path w="2453800" h="2185721">
                <a:moveTo>
                  <a:pt x="0" y="0"/>
                </a:moveTo>
                <a:lnTo>
                  <a:pt x="2453800" y="0"/>
                </a:lnTo>
                <a:lnTo>
                  <a:pt x="2453800" y="2185721"/>
                </a:lnTo>
                <a:lnTo>
                  <a:pt x="0" y="2185721"/>
                </a:lnTo>
                <a:close/>
              </a:path>
            </a:pathLst>
          </a:custGeom>
        </p:spPr>
      </p:pic>
      <p:pic>
        <p:nvPicPr>
          <p:cNvPr id="36" name="Picture 35">
            <a:extLst>
              <a:ext uri="{FF2B5EF4-FFF2-40B4-BE49-F238E27FC236}">
                <a16:creationId xmlns:a16="http://schemas.microsoft.com/office/drawing/2014/main" id="{BCD47C97-207D-449D-AF17-F0F84072BFE1}"/>
              </a:ext>
            </a:extLst>
          </p:cNvPr>
          <p:cNvPicPr>
            <a:picLocks noChangeAspect="1"/>
          </p:cNvPicPr>
          <p:nvPr/>
        </p:nvPicPr>
        <p:blipFill rotWithShape="1">
          <a:blip r:embed="rId9" cstate="hqprint">
            <a:duotone>
              <a:prstClr val="black"/>
              <a:schemeClr val="bg1">
                <a:tint val="45000"/>
                <a:satMod val="400000"/>
              </a:schemeClr>
            </a:duotone>
            <a:extLst>
              <a:ext uri="{28A0092B-C50C-407E-A947-70E740481C1C}">
                <a14:useLocalDpi xmlns:a14="http://schemas.microsoft.com/office/drawing/2010/main"/>
              </a:ext>
            </a:extLst>
          </a:blip>
          <a:srcRect/>
          <a:stretch/>
        </p:blipFill>
        <p:spPr>
          <a:xfrm>
            <a:off x="131536" y="159336"/>
            <a:ext cx="5476496" cy="2044522"/>
          </a:xfrm>
          <a:custGeom>
            <a:avLst/>
            <a:gdLst>
              <a:gd name="connsiteX0" fmla="*/ 0 w 5476496"/>
              <a:gd name="connsiteY0" fmla="*/ 0 h 2044522"/>
              <a:gd name="connsiteX1" fmla="*/ 5476496 w 5476496"/>
              <a:gd name="connsiteY1" fmla="*/ 0 h 2044522"/>
              <a:gd name="connsiteX2" fmla="*/ 5476496 w 5476496"/>
              <a:gd name="connsiteY2" fmla="*/ 2044522 h 2044522"/>
              <a:gd name="connsiteX3" fmla="*/ 0 w 5476496"/>
              <a:gd name="connsiteY3" fmla="*/ 2044522 h 2044522"/>
            </a:gdLst>
            <a:ahLst/>
            <a:cxnLst>
              <a:cxn ang="0">
                <a:pos x="connsiteX0" y="connsiteY0"/>
              </a:cxn>
              <a:cxn ang="0">
                <a:pos x="connsiteX1" y="connsiteY1"/>
              </a:cxn>
              <a:cxn ang="0">
                <a:pos x="connsiteX2" y="connsiteY2"/>
              </a:cxn>
              <a:cxn ang="0">
                <a:pos x="connsiteX3" y="connsiteY3"/>
              </a:cxn>
            </a:cxnLst>
            <a:rect l="l" t="t" r="r" b="b"/>
            <a:pathLst>
              <a:path w="5476496" h="2044522">
                <a:moveTo>
                  <a:pt x="0" y="0"/>
                </a:moveTo>
                <a:lnTo>
                  <a:pt x="5476496" y="0"/>
                </a:lnTo>
                <a:lnTo>
                  <a:pt x="5476496" y="2044522"/>
                </a:lnTo>
                <a:lnTo>
                  <a:pt x="0" y="2044522"/>
                </a:lnTo>
                <a:close/>
              </a:path>
            </a:pathLst>
          </a:custGeom>
        </p:spPr>
      </p:pic>
      <p:sp>
        <p:nvSpPr>
          <p:cNvPr id="22" name="Rectangle 21">
            <a:extLst>
              <a:ext uri="{FF2B5EF4-FFF2-40B4-BE49-F238E27FC236}">
                <a16:creationId xmlns:a16="http://schemas.microsoft.com/office/drawing/2014/main" id="{79FE5283-B009-4EE3-A9B2-2F7A4D62AD40}"/>
              </a:ext>
            </a:extLst>
          </p:cNvPr>
          <p:cNvSpPr/>
          <p:nvPr/>
        </p:nvSpPr>
        <p:spPr>
          <a:xfrm>
            <a:off x="8717269" y="3152001"/>
            <a:ext cx="2756896" cy="553998"/>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83D65"/>
                </a:solidFill>
                <a:effectLst/>
                <a:uLnTx/>
                <a:uFillTx/>
                <a:latin typeface="Segoe UI" panose="020B0502040204020203" pitchFamily="34" charset="0"/>
                <a:ea typeface="+mn-ea"/>
                <a:cs typeface="Segoe UI" panose="020B0502040204020203" pitchFamily="34" charset="0"/>
              </a:rPr>
              <a:t>Thank you!</a:t>
            </a:r>
          </a:p>
        </p:txBody>
      </p:sp>
      <p:pic>
        <p:nvPicPr>
          <p:cNvPr id="12" name="Picture 11" descr="Logo">
            <a:extLst>
              <a:ext uri="{FF2B5EF4-FFF2-40B4-BE49-F238E27FC236}">
                <a16:creationId xmlns:a16="http://schemas.microsoft.com/office/drawing/2014/main" id="{0AF900C2-4FA1-BCE1-0760-136C6D90226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17269" y="812067"/>
            <a:ext cx="2321067" cy="793276"/>
          </a:xfrm>
          <a:prstGeom prst="rect">
            <a:avLst/>
          </a:prstGeom>
        </p:spPr>
      </p:pic>
      <p:pic>
        <p:nvPicPr>
          <p:cNvPr id="13" name="Picture 12" descr="Logo&#10;&#10;Description automatically generated">
            <a:extLst>
              <a:ext uri="{FF2B5EF4-FFF2-40B4-BE49-F238E27FC236}">
                <a16:creationId xmlns:a16="http://schemas.microsoft.com/office/drawing/2014/main" id="{0000A88B-C4F5-91EB-6788-40EED1190ED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018254" y="5252656"/>
            <a:ext cx="1719098" cy="847496"/>
          </a:xfrm>
          <a:prstGeom prst="rect">
            <a:avLst/>
          </a:prstGeom>
        </p:spPr>
      </p:pic>
    </p:spTree>
    <p:extLst>
      <p:ext uri="{BB962C8B-B14F-4D97-AF65-F5344CB8AC3E}">
        <p14:creationId xmlns:p14="http://schemas.microsoft.com/office/powerpoint/2010/main" val="1956739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1570</TotalTime>
  <Words>758</Words>
  <Application>Microsoft Office PowerPoint</Application>
  <PresentationFormat>Widescreen</PresentationFormat>
  <Paragraphs>141</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Segoe UI</vt:lpstr>
      <vt:lpstr>Office Theme</vt:lpstr>
      <vt:lpstr>Dispatch Simulator</vt:lpstr>
      <vt:lpstr>Project Summary</vt:lpstr>
      <vt:lpstr>Project Summary</vt:lpstr>
      <vt:lpstr>What about Data?</vt:lpstr>
      <vt:lpstr>Team Profiles</vt:lpstr>
      <vt:lpstr>Team Profiles</vt:lpstr>
      <vt:lpstr>Team Profiles</vt:lpstr>
      <vt:lpstr>SDLC</vt:lpstr>
      <vt:lpstr>Coding Journey</vt:lpstr>
      <vt:lpstr>Working on Dummy Data</vt:lpstr>
      <vt:lpstr>Working on Dummy Data</vt:lpstr>
      <vt:lpstr>Working on Dummy Data</vt:lpstr>
      <vt:lpstr>Working on Dummy Data</vt:lpstr>
      <vt:lpstr>Working on Dummy Data</vt:lpstr>
      <vt:lpstr>Working on Dummy Data</vt:lpstr>
      <vt:lpstr>Working on Dummy Data</vt:lpstr>
      <vt:lpstr>Working on Dummy Data</vt:lpstr>
      <vt:lpstr>Working on Dummy Data</vt:lpstr>
      <vt:lpstr>Working on Actual Data</vt:lpstr>
      <vt:lpstr>Working on Actual Data</vt:lpstr>
      <vt:lpstr>Working on Actual Data</vt:lpstr>
      <vt:lpstr>Working on Actual Data</vt:lpstr>
      <vt:lpstr>Working on Actual Data</vt:lpstr>
      <vt:lpstr>Working on Actual Data</vt:lpstr>
      <vt:lpstr>Working on Actual Data</vt:lpstr>
      <vt:lpstr>Working on Actual Data</vt:lpstr>
      <vt:lpstr>Working on Actual Data</vt:lpstr>
      <vt:lpstr>Working on Actual Data</vt:lpstr>
      <vt:lpstr>Working on Actual Data</vt:lpstr>
      <vt:lpstr>Working on Actual Data</vt:lpstr>
      <vt:lpstr>Future Scope</vt:lpstr>
      <vt:lpstr>Q &amp; 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Stack Ppt Template</dc:title>
  <dc:creator>it 24slides3</dc:creator>
  <cp:lastModifiedBy>Jay Mangukiya</cp:lastModifiedBy>
  <cp:revision>113</cp:revision>
  <dcterms:created xsi:type="dcterms:W3CDTF">2022-09-30T04:58:10Z</dcterms:created>
  <dcterms:modified xsi:type="dcterms:W3CDTF">2023-04-11T21:40:03Z</dcterms:modified>
</cp:coreProperties>
</file>